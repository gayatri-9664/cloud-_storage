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04191A"/>
                </a:solidFill>
                <a:latin typeface="DM Sans"/>
                <a:cs typeface="DM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DM Sans"/>
                <a:cs typeface="DM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rgbClr val="04191A"/>
                </a:solidFill>
                <a:latin typeface="DM Sans"/>
                <a:cs typeface="DM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DM Sans"/>
                <a:cs typeface="DM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" y="0"/>
            <a:ext cx="18287967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rgbClr val="04191A"/>
                </a:solidFill>
                <a:latin typeface="DM Sans"/>
                <a:cs typeface="DM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rgbClr val="04191A"/>
                </a:solidFill>
                <a:latin typeface="DM Sans"/>
                <a:cs typeface="DM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419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5904" y="1606411"/>
            <a:ext cx="16476190" cy="726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04191A"/>
                </a:solidFill>
                <a:latin typeface="DM Sans"/>
                <a:cs typeface="DM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597900" y="3201796"/>
            <a:ext cx="9704069" cy="4414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DM Sans"/>
                <a:cs typeface="DM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51891" y="5362575"/>
              <a:ext cx="8787765" cy="0"/>
            </a:xfrm>
            <a:custGeom>
              <a:avLst/>
              <a:gdLst/>
              <a:ahLst/>
              <a:cxnLst/>
              <a:rect l="l" t="t" r="r" b="b"/>
              <a:pathLst>
                <a:path w="8787765">
                  <a:moveTo>
                    <a:pt x="8787384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677417" y="1669037"/>
            <a:ext cx="13652500" cy="3322320"/>
          </a:xfrm>
          <a:prstGeom prst="rect">
            <a:avLst/>
          </a:prstGeom>
        </p:spPr>
        <p:txBody>
          <a:bodyPr vert="horz" wrap="square" lIns="0" tIns="312420" rIns="0" bIns="0" rtlCol="0">
            <a:spAutoFit/>
          </a:bodyPr>
          <a:lstStyle/>
          <a:p>
            <a:pPr marL="12700" marR="5080">
              <a:lnSpc>
                <a:spcPts val="11800"/>
              </a:lnSpc>
              <a:spcBef>
                <a:spcPts val="2460"/>
              </a:spcBef>
            </a:pPr>
            <a:r>
              <a:rPr sz="11800" dirty="0">
                <a:solidFill>
                  <a:srgbClr val="F7F7F7"/>
                </a:solidFill>
                <a:latin typeface="DM Sans"/>
                <a:cs typeface="DM Sans"/>
              </a:rPr>
              <a:t>CloudBox:</a:t>
            </a:r>
            <a:r>
              <a:rPr sz="11800" spc="-740" dirty="0">
                <a:solidFill>
                  <a:srgbClr val="F7F7F7"/>
                </a:solidFill>
                <a:latin typeface="DM Sans"/>
                <a:cs typeface="DM Sans"/>
              </a:rPr>
              <a:t> </a:t>
            </a:r>
            <a:r>
              <a:rPr sz="11800" spc="-10" dirty="0">
                <a:solidFill>
                  <a:srgbClr val="F7F7F7"/>
                </a:solidFill>
                <a:latin typeface="DM Sans"/>
                <a:cs typeface="DM Sans"/>
              </a:rPr>
              <a:t>Cloud </a:t>
            </a:r>
            <a:r>
              <a:rPr sz="11800" dirty="0">
                <a:solidFill>
                  <a:srgbClr val="F7F7F7"/>
                </a:solidFill>
                <a:latin typeface="DM Sans"/>
                <a:cs typeface="DM Sans"/>
              </a:rPr>
              <a:t>File</a:t>
            </a:r>
            <a:r>
              <a:rPr sz="11800" spc="-455" dirty="0">
                <a:solidFill>
                  <a:srgbClr val="F7F7F7"/>
                </a:solidFill>
                <a:latin typeface="DM Sans"/>
                <a:cs typeface="DM Sans"/>
              </a:rPr>
              <a:t> </a:t>
            </a:r>
            <a:r>
              <a:rPr sz="11800" dirty="0">
                <a:solidFill>
                  <a:srgbClr val="F7F7F7"/>
                </a:solidFill>
                <a:latin typeface="DM Sans"/>
                <a:cs typeface="DM Sans"/>
              </a:rPr>
              <a:t>Storage</a:t>
            </a:r>
            <a:r>
              <a:rPr sz="11800" spc="-455" dirty="0">
                <a:solidFill>
                  <a:srgbClr val="F7F7F7"/>
                </a:solidFill>
                <a:latin typeface="DM Sans"/>
                <a:cs typeface="DM Sans"/>
              </a:rPr>
              <a:t> </a:t>
            </a:r>
            <a:r>
              <a:rPr sz="11800" spc="-60" dirty="0">
                <a:solidFill>
                  <a:srgbClr val="F7F7F7"/>
                </a:solidFill>
                <a:latin typeface="DM Sans"/>
                <a:cs typeface="DM Sans"/>
              </a:rPr>
              <a:t>System</a:t>
            </a:r>
            <a:endParaRPr sz="11800">
              <a:latin typeface="DM Sans"/>
              <a:cs typeface="DM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192" y="5682236"/>
            <a:ext cx="8480425" cy="916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95"/>
              </a:spcBef>
            </a:pPr>
            <a:r>
              <a:rPr sz="2900" dirty="0">
                <a:solidFill>
                  <a:srgbClr val="2DC295"/>
                </a:solidFill>
                <a:latin typeface="DM Sans Light"/>
                <a:cs typeface="DM Sans Light"/>
              </a:rPr>
              <a:t>A</a:t>
            </a:r>
            <a:r>
              <a:rPr sz="2900" spc="-10" dirty="0">
                <a:solidFill>
                  <a:srgbClr val="2DC295"/>
                </a:solidFill>
                <a:latin typeface="DM Sans Light"/>
                <a:cs typeface="DM Sans Light"/>
              </a:rPr>
              <a:t> </a:t>
            </a:r>
            <a:r>
              <a:rPr sz="2900" dirty="0">
                <a:solidFill>
                  <a:srgbClr val="2DC295"/>
                </a:solidFill>
                <a:latin typeface="DM Sans Light"/>
                <a:cs typeface="DM Sans Light"/>
              </a:rPr>
              <a:t>simple</a:t>
            </a:r>
            <a:r>
              <a:rPr sz="2900" spc="-10" dirty="0">
                <a:solidFill>
                  <a:srgbClr val="2DC295"/>
                </a:solidFill>
                <a:latin typeface="DM Sans Light"/>
                <a:cs typeface="DM Sans Light"/>
              </a:rPr>
              <a:t> overview </a:t>
            </a:r>
            <a:r>
              <a:rPr sz="2900" dirty="0">
                <a:solidFill>
                  <a:srgbClr val="2DC295"/>
                </a:solidFill>
                <a:latin typeface="DM Sans Light"/>
                <a:cs typeface="DM Sans Light"/>
              </a:rPr>
              <a:t>of</a:t>
            </a:r>
            <a:r>
              <a:rPr sz="2900" spc="-10" dirty="0">
                <a:solidFill>
                  <a:srgbClr val="2DC295"/>
                </a:solidFill>
                <a:latin typeface="DM Sans Light"/>
                <a:cs typeface="DM Sans Light"/>
              </a:rPr>
              <a:t> </a:t>
            </a:r>
            <a:r>
              <a:rPr sz="2900" dirty="0">
                <a:solidFill>
                  <a:srgbClr val="2DC295"/>
                </a:solidFill>
                <a:latin typeface="DM Sans Light"/>
                <a:cs typeface="DM Sans Light"/>
              </a:rPr>
              <a:t>a</a:t>
            </a:r>
            <a:r>
              <a:rPr sz="2900" spc="-10" dirty="0">
                <a:solidFill>
                  <a:srgbClr val="2DC295"/>
                </a:solidFill>
                <a:latin typeface="DM Sans Light"/>
                <a:cs typeface="DM Sans Light"/>
              </a:rPr>
              <a:t> </a:t>
            </a:r>
            <a:r>
              <a:rPr sz="2900" spc="-25" dirty="0">
                <a:solidFill>
                  <a:srgbClr val="2DC295"/>
                </a:solidFill>
                <a:latin typeface="DM Sans Light"/>
                <a:cs typeface="DM Sans Light"/>
              </a:rPr>
              <a:t>browser-</a:t>
            </a:r>
            <a:r>
              <a:rPr sz="2900" dirty="0">
                <a:solidFill>
                  <a:srgbClr val="2DC295"/>
                </a:solidFill>
                <a:latin typeface="DM Sans Light"/>
                <a:cs typeface="DM Sans Light"/>
              </a:rPr>
              <a:t>based</a:t>
            </a:r>
            <a:r>
              <a:rPr sz="2900" spc="-10" dirty="0">
                <a:solidFill>
                  <a:srgbClr val="2DC295"/>
                </a:solidFill>
                <a:latin typeface="DM Sans Light"/>
                <a:cs typeface="DM Sans Light"/>
              </a:rPr>
              <a:t> </a:t>
            </a:r>
            <a:r>
              <a:rPr sz="2900" dirty="0">
                <a:solidFill>
                  <a:srgbClr val="2DC295"/>
                </a:solidFill>
                <a:latin typeface="DM Sans Light"/>
                <a:cs typeface="DM Sans Light"/>
              </a:rPr>
              <a:t>file</a:t>
            </a:r>
            <a:r>
              <a:rPr sz="2900" spc="-10" dirty="0">
                <a:solidFill>
                  <a:srgbClr val="2DC295"/>
                </a:solidFill>
                <a:latin typeface="DM Sans Light"/>
                <a:cs typeface="DM Sans Light"/>
              </a:rPr>
              <a:t> storage </a:t>
            </a:r>
            <a:r>
              <a:rPr sz="2900" dirty="0">
                <a:solidFill>
                  <a:srgbClr val="2DC295"/>
                </a:solidFill>
                <a:latin typeface="DM Sans Light"/>
                <a:cs typeface="DM Sans Light"/>
              </a:rPr>
              <a:t>app</a:t>
            </a:r>
            <a:r>
              <a:rPr sz="2900" spc="-114" dirty="0">
                <a:solidFill>
                  <a:srgbClr val="2DC295"/>
                </a:solidFill>
                <a:latin typeface="DM Sans Light"/>
                <a:cs typeface="DM Sans Light"/>
              </a:rPr>
              <a:t> </a:t>
            </a:r>
            <a:r>
              <a:rPr sz="2900" dirty="0">
                <a:solidFill>
                  <a:srgbClr val="2DC295"/>
                </a:solidFill>
                <a:latin typeface="DM Sans Light"/>
                <a:cs typeface="DM Sans Light"/>
              </a:rPr>
              <a:t>powered</a:t>
            </a:r>
            <a:r>
              <a:rPr sz="2900" spc="-114" dirty="0">
                <a:solidFill>
                  <a:srgbClr val="2DC295"/>
                </a:solidFill>
                <a:latin typeface="DM Sans Light"/>
                <a:cs typeface="DM Sans Light"/>
              </a:rPr>
              <a:t> </a:t>
            </a:r>
            <a:r>
              <a:rPr sz="2900" dirty="0">
                <a:solidFill>
                  <a:srgbClr val="2DC295"/>
                </a:solidFill>
                <a:latin typeface="DM Sans Light"/>
                <a:cs typeface="DM Sans Light"/>
              </a:rPr>
              <a:t>by</a:t>
            </a:r>
            <a:r>
              <a:rPr sz="2900" spc="-114" dirty="0">
                <a:solidFill>
                  <a:srgbClr val="2DC295"/>
                </a:solidFill>
                <a:latin typeface="DM Sans Light"/>
                <a:cs typeface="DM Sans Light"/>
              </a:rPr>
              <a:t> </a:t>
            </a:r>
            <a:r>
              <a:rPr sz="2900" spc="-30" dirty="0">
                <a:solidFill>
                  <a:srgbClr val="2DC295"/>
                </a:solidFill>
                <a:latin typeface="DM Sans Light"/>
                <a:cs typeface="DM Sans Light"/>
              </a:rPr>
              <a:t>AWS</a:t>
            </a:r>
            <a:r>
              <a:rPr sz="2900" spc="-110" dirty="0">
                <a:solidFill>
                  <a:srgbClr val="2DC295"/>
                </a:solidFill>
                <a:latin typeface="DM Sans Light"/>
                <a:cs typeface="DM Sans Light"/>
              </a:rPr>
              <a:t> </a:t>
            </a:r>
            <a:r>
              <a:rPr sz="2900" spc="-25" dirty="0">
                <a:solidFill>
                  <a:srgbClr val="2DC295"/>
                </a:solidFill>
                <a:latin typeface="DM Sans Light"/>
                <a:cs typeface="DM Sans Light"/>
              </a:rPr>
              <a:t>S3</a:t>
            </a:r>
            <a:endParaRPr sz="2900">
              <a:latin typeface="DM Sans Light"/>
              <a:cs typeface="DM Sans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995780" y="6557775"/>
            <a:ext cx="6450330" cy="26968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900" dirty="0">
                <a:solidFill>
                  <a:srgbClr val="2DC295"/>
                </a:solidFill>
                <a:latin typeface="DM Sans Light"/>
                <a:cs typeface="DM Sans Light"/>
              </a:rPr>
              <a:t>PRESENTED</a:t>
            </a:r>
            <a:r>
              <a:rPr sz="2900" spc="5" dirty="0">
                <a:solidFill>
                  <a:srgbClr val="2DC295"/>
                </a:solidFill>
                <a:latin typeface="DM Sans Light"/>
                <a:cs typeface="DM Sans Light"/>
              </a:rPr>
              <a:t> </a:t>
            </a:r>
            <a:r>
              <a:rPr sz="2900" spc="-25" dirty="0">
                <a:solidFill>
                  <a:srgbClr val="2DC295"/>
                </a:solidFill>
                <a:latin typeface="DM Sans Light"/>
                <a:cs typeface="DM Sans Light"/>
              </a:rPr>
              <a:t>BY:</a:t>
            </a:r>
            <a:endParaRPr sz="2900">
              <a:latin typeface="DM Sans Light"/>
              <a:cs typeface="DM Sans Light"/>
            </a:endParaRPr>
          </a:p>
          <a:p>
            <a:pPr marL="12700" marR="5080">
              <a:lnSpc>
                <a:spcPct val="100699"/>
              </a:lnSpc>
            </a:pPr>
            <a:r>
              <a:rPr sz="2900" dirty="0">
                <a:solidFill>
                  <a:srgbClr val="2DC295"/>
                </a:solidFill>
                <a:latin typeface="DM Sans Light"/>
                <a:cs typeface="DM Sans Light"/>
              </a:rPr>
              <a:t>KUNCHAM</a:t>
            </a:r>
            <a:r>
              <a:rPr sz="2900" spc="-105" dirty="0">
                <a:solidFill>
                  <a:srgbClr val="2DC295"/>
                </a:solidFill>
                <a:latin typeface="DM Sans Light"/>
                <a:cs typeface="DM Sans Light"/>
              </a:rPr>
              <a:t> </a:t>
            </a:r>
            <a:r>
              <a:rPr sz="2900" spc="-25" dirty="0">
                <a:solidFill>
                  <a:srgbClr val="2DC295"/>
                </a:solidFill>
                <a:latin typeface="DM Sans Light"/>
                <a:cs typeface="DM Sans Light"/>
              </a:rPr>
              <a:t>VARAHA</a:t>
            </a:r>
            <a:r>
              <a:rPr sz="2900" spc="-95" dirty="0">
                <a:solidFill>
                  <a:srgbClr val="2DC295"/>
                </a:solidFill>
                <a:latin typeface="DM Sans Light"/>
                <a:cs typeface="DM Sans Light"/>
              </a:rPr>
              <a:t> </a:t>
            </a:r>
            <a:r>
              <a:rPr sz="2900" spc="-45" dirty="0">
                <a:solidFill>
                  <a:srgbClr val="2DC295"/>
                </a:solidFill>
                <a:latin typeface="DM Sans Light"/>
                <a:cs typeface="DM Sans Light"/>
              </a:rPr>
              <a:t>VENKATA</a:t>
            </a:r>
            <a:r>
              <a:rPr sz="2900" spc="-95" dirty="0">
                <a:solidFill>
                  <a:srgbClr val="2DC295"/>
                </a:solidFill>
                <a:latin typeface="DM Sans Light"/>
                <a:cs typeface="DM Sans Light"/>
              </a:rPr>
              <a:t> </a:t>
            </a:r>
            <a:r>
              <a:rPr sz="2900" spc="-10" dirty="0">
                <a:solidFill>
                  <a:srgbClr val="2DC295"/>
                </a:solidFill>
                <a:latin typeface="DM Sans Light"/>
                <a:cs typeface="DM Sans Light"/>
              </a:rPr>
              <a:t>SUPRIYA </a:t>
            </a:r>
            <a:r>
              <a:rPr sz="2900" dirty="0">
                <a:solidFill>
                  <a:srgbClr val="2DC295"/>
                </a:solidFill>
                <a:latin typeface="DM Sans Light"/>
                <a:cs typeface="DM Sans Light"/>
              </a:rPr>
              <a:t>CHEERALA</a:t>
            </a:r>
            <a:r>
              <a:rPr sz="2900" spc="-35" dirty="0">
                <a:solidFill>
                  <a:srgbClr val="2DC295"/>
                </a:solidFill>
                <a:latin typeface="DM Sans Light"/>
                <a:cs typeface="DM Sans Light"/>
              </a:rPr>
              <a:t> </a:t>
            </a:r>
            <a:r>
              <a:rPr sz="2900" dirty="0">
                <a:solidFill>
                  <a:srgbClr val="2DC295"/>
                </a:solidFill>
                <a:latin typeface="DM Sans Light"/>
                <a:cs typeface="DM Sans Light"/>
              </a:rPr>
              <a:t>KONA</a:t>
            </a:r>
            <a:r>
              <a:rPr sz="2900" spc="-35" dirty="0">
                <a:solidFill>
                  <a:srgbClr val="2DC295"/>
                </a:solidFill>
                <a:latin typeface="DM Sans Light"/>
                <a:cs typeface="DM Sans Light"/>
              </a:rPr>
              <a:t> </a:t>
            </a:r>
            <a:r>
              <a:rPr sz="2900" dirty="0">
                <a:solidFill>
                  <a:srgbClr val="2DC295"/>
                </a:solidFill>
                <a:latin typeface="DM Sans Light"/>
                <a:cs typeface="DM Sans Light"/>
              </a:rPr>
              <a:t>HIMA</a:t>
            </a:r>
            <a:r>
              <a:rPr sz="2900" spc="-30" dirty="0">
                <a:solidFill>
                  <a:srgbClr val="2DC295"/>
                </a:solidFill>
                <a:latin typeface="DM Sans Light"/>
                <a:cs typeface="DM Sans Light"/>
              </a:rPr>
              <a:t> </a:t>
            </a:r>
            <a:r>
              <a:rPr sz="2900" spc="-10" dirty="0">
                <a:solidFill>
                  <a:srgbClr val="2DC295"/>
                </a:solidFill>
                <a:latin typeface="DM Sans Light"/>
                <a:cs typeface="DM Sans Light"/>
              </a:rPr>
              <a:t>BINDHU </a:t>
            </a:r>
            <a:r>
              <a:rPr sz="2900" spc="-45" dirty="0">
                <a:solidFill>
                  <a:srgbClr val="2DC295"/>
                </a:solidFill>
                <a:latin typeface="DM Sans Light"/>
                <a:cs typeface="DM Sans Light"/>
              </a:rPr>
              <a:t>PULAVARTHI</a:t>
            </a:r>
            <a:r>
              <a:rPr sz="2900" spc="-135" dirty="0">
                <a:solidFill>
                  <a:srgbClr val="2DC295"/>
                </a:solidFill>
                <a:latin typeface="DM Sans Light"/>
                <a:cs typeface="DM Sans Light"/>
              </a:rPr>
              <a:t> </a:t>
            </a:r>
            <a:r>
              <a:rPr sz="2900" spc="-10" dirty="0">
                <a:solidFill>
                  <a:srgbClr val="2DC295"/>
                </a:solidFill>
                <a:latin typeface="DM Sans Light"/>
                <a:cs typeface="DM Sans Light"/>
              </a:rPr>
              <a:t>GAYATRI</a:t>
            </a:r>
            <a:endParaRPr sz="2900">
              <a:latin typeface="DM Sans Light"/>
              <a:cs typeface="DM Sans Light"/>
            </a:endParaRPr>
          </a:p>
          <a:p>
            <a:pPr marL="12700" marR="1291590">
              <a:lnSpc>
                <a:spcPct val="100699"/>
              </a:lnSpc>
            </a:pPr>
            <a:r>
              <a:rPr sz="2900" dirty="0">
                <a:solidFill>
                  <a:srgbClr val="2DC295"/>
                </a:solidFill>
                <a:latin typeface="DM Sans Light"/>
                <a:cs typeface="DM Sans Light"/>
              </a:rPr>
              <a:t>MADDILA</a:t>
            </a:r>
            <a:r>
              <a:rPr sz="2900" spc="-50" dirty="0">
                <a:solidFill>
                  <a:srgbClr val="2DC295"/>
                </a:solidFill>
                <a:latin typeface="DM Sans Light"/>
                <a:cs typeface="DM Sans Light"/>
              </a:rPr>
              <a:t> </a:t>
            </a:r>
            <a:r>
              <a:rPr sz="2900" dirty="0">
                <a:solidFill>
                  <a:srgbClr val="2DC295"/>
                </a:solidFill>
                <a:latin typeface="DM Sans Light"/>
                <a:cs typeface="DM Sans Light"/>
              </a:rPr>
              <a:t>POOJA</a:t>
            </a:r>
            <a:r>
              <a:rPr sz="2900" spc="-40" dirty="0">
                <a:solidFill>
                  <a:srgbClr val="2DC295"/>
                </a:solidFill>
                <a:latin typeface="DM Sans Light"/>
                <a:cs typeface="DM Sans Light"/>
              </a:rPr>
              <a:t> </a:t>
            </a:r>
            <a:r>
              <a:rPr sz="2900" spc="-10" dirty="0">
                <a:solidFill>
                  <a:srgbClr val="2DC295"/>
                </a:solidFill>
                <a:latin typeface="DM Sans Light"/>
                <a:cs typeface="DM Sans Light"/>
              </a:rPr>
              <a:t>SIRIVARSHINI </a:t>
            </a:r>
            <a:r>
              <a:rPr sz="2900" dirty="0">
                <a:solidFill>
                  <a:srgbClr val="2DC295"/>
                </a:solidFill>
                <a:latin typeface="DM Sans Light"/>
                <a:cs typeface="DM Sans Light"/>
              </a:rPr>
              <a:t>PIDUGU</a:t>
            </a:r>
            <a:r>
              <a:rPr sz="2900" spc="5" dirty="0">
                <a:solidFill>
                  <a:srgbClr val="2DC295"/>
                </a:solidFill>
                <a:latin typeface="DM Sans Light"/>
                <a:cs typeface="DM Sans Light"/>
              </a:rPr>
              <a:t> </a:t>
            </a:r>
            <a:r>
              <a:rPr sz="2900" spc="-10" dirty="0">
                <a:solidFill>
                  <a:srgbClr val="2DC295"/>
                </a:solidFill>
                <a:latin typeface="DM Sans Light"/>
                <a:cs typeface="DM Sans Light"/>
              </a:rPr>
              <a:t>DEEKSHITHA</a:t>
            </a:r>
            <a:endParaRPr sz="2900">
              <a:latin typeface="DM Sans Light"/>
              <a:cs typeface="DM Sans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7600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  <a:latin typeface="DM Sans"/>
                <a:cs typeface="DM Sans"/>
              </a:rPr>
              <a:t>Cloud</a:t>
            </a:r>
            <a:r>
              <a:rPr spc="-14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>
                <a:solidFill>
                  <a:srgbClr val="FFFFFF"/>
                </a:solidFill>
                <a:latin typeface="DM Sans"/>
                <a:cs typeface="DM Sans"/>
              </a:rPr>
              <a:t>Storage</a:t>
            </a:r>
            <a:r>
              <a:rPr spc="-14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pc="-10" dirty="0">
                <a:solidFill>
                  <a:srgbClr val="FFFFFF"/>
                </a:solidFill>
                <a:latin typeface="DM Sans"/>
                <a:cs typeface="DM Sans"/>
              </a:rPr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69374" y="3433161"/>
            <a:ext cx="7541895" cy="5053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What</a:t>
            </a:r>
            <a:r>
              <a:rPr sz="2900" spc="-7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Cloud</a:t>
            </a:r>
            <a:r>
              <a:rPr sz="2900" spc="-7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Storage</a:t>
            </a:r>
            <a:r>
              <a:rPr sz="2900" spc="-7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DM Sans"/>
                <a:cs typeface="DM Sans"/>
              </a:rPr>
              <a:t>Enables</a:t>
            </a:r>
            <a:endParaRPr sz="2900">
              <a:latin typeface="DM Sans"/>
              <a:cs typeface="DM Sans"/>
            </a:endParaRPr>
          </a:p>
          <a:p>
            <a:pPr marL="225425" indent="-212725">
              <a:lnSpc>
                <a:spcPct val="100000"/>
              </a:lnSpc>
              <a:spcBef>
                <a:spcPts val="1845"/>
              </a:spcBef>
              <a:buFont typeface="Times New Roman"/>
              <a:buChar char="•"/>
              <a:tabLst>
                <a:tab pos="225425" algn="l"/>
              </a:tabLst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Store,</a:t>
            </a:r>
            <a:r>
              <a:rPr sz="1950" spc="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organize,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access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your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files</a:t>
            </a:r>
            <a:r>
              <a:rPr sz="1950" spc="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from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one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online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place.</a:t>
            </a:r>
            <a:endParaRPr sz="1950">
              <a:latin typeface="DM Sans"/>
              <a:cs typeface="DM Sans"/>
            </a:endParaRPr>
          </a:p>
          <a:p>
            <a:pPr marL="225425" indent="-212725">
              <a:lnSpc>
                <a:spcPct val="100000"/>
              </a:lnSpc>
              <a:spcBef>
                <a:spcPts val="535"/>
              </a:spcBef>
              <a:buFont typeface="Times New Roman"/>
              <a:buChar char="•"/>
              <a:tabLst>
                <a:tab pos="225425" algn="l"/>
              </a:tabLst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Manage</a:t>
            </a:r>
            <a:r>
              <a:rPr sz="1950" spc="3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content</a:t>
            </a:r>
            <a:r>
              <a:rPr sz="1950" spc="4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anytime</a:t>
            </a:r>
            <a:r>
              <a:rPr sz="1950" spc="3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using</a:t>
            </a:r>
            <a:r>
              <a:rPr sz="1950" spc="4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</a:t>
            </a:r>
            <a:r>
              <a:rPr sz="1950" spc="4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simple</a:t>
            </a:r>
            <a:r>
              <a:rPr sz="1950" spc="3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web</a:t>
            </a:r>
            <a:r>
              <a:rPr sz="1950" spc="4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interface.</a:t>
            </a:r>
            <a:endParaRPr sz="195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FFFFFF"/>
              </a:buClr>
              <a:buFont typeface="Times New Roman"/>
              <a:buChar char="•"/>
            </a:pPr>
            <a:endParaRPr sz="195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</a:pP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Core</a:t>
            </a:r>
            <a:r>
              <a:rPr sz="2900" spc="-6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User</a:t>
            </a:r>
            <a:r>
              <a:rPr sz="2900" spc="-6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DM Sans"/>
                <a:cs typeface="DM Sans"/>
              </a:rPr>
              <a:t>Actions</a:t>
            </a:r>
            <a:endParaRPr sz="2900">
              <a:latin typeface="DM Sans"/>
              <a:cs typeface="DM Sans"/>
            </a:endParaRPr>
          </a:p>
          <a:p>
            <a:pPr marL="225425" indent="-212725">
              <a:lnSpc>
                <a:spcPct val="100000"/>
              </a:lnSpc>
              <a:spcBef>
                <a:spcPts val="1845"/>
              </a:spcBef>
              <a:buFont typeface="Times New Roman"/>
              <a:buChar char="•"/>
              <a:tabLst>
                <a:tab pos="225425" algn="l"/>
              </a:tabLst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Upload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sz="1950" spc="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download</a:t>
            </a:r>
            <a:r>
              <a:rPr sz="1950" spc="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files</a:t>
            </a:r>
            <a:r>
              <a:rPr sz="1950" spc="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directly</a:t>
            </a:r>
            <a:r>
              <a:rPr sz="1950" spc="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to</a:t>
            </a:r>
            <a:r>
              <a:rPr sz="1950" spc="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cloud</a:t>
            </a:r>
            <a:r>
              <a:rPr sz="1950" spc="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storage.</a:t>
            </a:r>
            <a:endParaRPr sz="1950">
              <a:latin typeface="DM Sans"/>
              <a:cs typeface="DM Sans"/>
            </a:endParaRPr>
          </a:p>
          <a:p>
            <a:pPr marL="225425" indent="-212725">
              <a:lnSpc>
                <a:spcPct val="100000"/>
              </a:lnSpc>
              <a:spcBef>
                <a:spcPts val="535"/>
              </a:spcBef>
              <a:buFont typeface="Times New Roman"/>
              <a:buChar char="•"/>
              <a:tabLst>
                <a:tab pos="225425" algn="l"/>
              </a:tabLst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Create</a:t>
            </a:r>
            <a:r>
              <a:rPr sz="1950" spc="1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folders</a:t>
            </a:r>
            <a:r>
              <a:rPr sz="1950" spc="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sz="1950" spc="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keep</a:t>
            </a:r>
            <a:r>
              <a:rPr sz="1950" spc="1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files</a:t>
            </a:r>
            <a:r>
              <a:rPr sz="1950" spc="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organized</a:t>
            </a:r>
            <a:r>
              <a:rPr sz="1950" spc="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in</a:t>
            </a:r>
            <a:r>
              <a:rPr sz="1950" spc="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</a:t>
            </a:r>
            <a:r>
              <a:rPr sz="1950" spc="1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clear</a:t>
            </a:r>
            <a:r>
              <a:rPr sz="1950" spc="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structure.</a:t>
            </a:r>
            <a:endParaRPr sz="195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54"/>
              </a:spcBef>
              <a:buClr>
                <a:srgbClr val="FFFFFF"/>
              </a:buClr>
              <a:buFont typeface="Times New Roman"/>
              <a:buChar char="•"/>
            </a:pPr>
            <a:endParaRPr sz="195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</a:pP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Security</a:t>
            </a:r>
            <a:r>
              <a:rPr sz="2900" spc="-6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sz="2900" spc="-5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DM Sans"/>
                <a:cs typeface="DM Sans"/>
              </a:rPr>
              <a:t>Reliability</a:t>
            </a:r>
            <a:endParaRPr sz="2900">
              <a:latin typeface="DM Sans"/>
              <a:cs typeface="DM Sans"/>
            </a:endParaRPr>
          </a:p>
          <a:p>
            <a:pPr marL="225425" indent="-212725">
              <a:lnSpc>
                <a:spcPct val="100000"/>
              </a:lnSpc>
              <a:spcBef>
                <a:spcPts val="1845"/>
              </a:spcBef>
              <a:buFont typeface="Times New Roman"/>
              <a:buChar char="•"/>
              <a:tabLst>
                <a:tab pos="225425" algn="l"/>
              </a:tabLst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Accounts are</a:t>
            </a:r>
            <a:r>
              <a:rPr sz="1950" spc="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protected</a:t>
            </a:r>
            <a:r>
              <a:rPr sz="1950" spc="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with</a:t>
            </a:r>
            <a:r>
              <a:rPr sz="1950" spc="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b="1" dirty="0">
                <a:solidFill>
                  <a:srgbClr val="2DC295"/>
                </a:solidFill>
                <a:latin typeface="DM Sans"/>
                <a:cs typeface="DM Sans"/>
              </a:rPr>
              <a:t>JWT</a:t>
            </a:r>
            <a:r>
              <a:rPr sz="1950" b="1" spc="5" dirty="0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sz="1950" b="1" dirty="0">
                <a:solidFill>
                  <a:srgbClr val="2DC295"/>
                </a:solidFill>
                <a:latin typeface="DM Sans"/>
                <a:cs typeface="DM Sans"/>
              </a:rPr>
              <a:t>login</a:t>
            </a:r>
            <a:r>
              <a:rPr sz="1950" b="1" spc="65" dirty="0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sz="1950" spc="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password</a:t>
            </a:r>
            <a:r>
              <a:rPr sz="1950" spc="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hashing.</a:t>
            </a:r>
            <a:endParaRPr sz="1950">
              <a:latin typeface="DM Sans"/>
              <a:cs typeface="DM Sans"/>
            </a:endParaRPr>
          </a:p>
          <a:p>
            <a:pPr marL="224790" marR="222250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Cloud</a:t>
            </a:r>
            <a:r>
              <a:rPr sz="1950" spc="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storage</a:t>
            </a:r>
            <a:r>
              <a:rPr sz="1950" spc="1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improves</a:t>
            </a:r>
            <a:r>
              <a:rPr sz="1950" spc="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availability</a:t>
            </a:r>
            <a:r>
              <a:rPr sz="1950" spc="1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sz="1950" spc="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reduces</a:t>
            </a:r>
            <a:r>
              <a:rPr sz="1950" spc="1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risk</a:t>
            </a:r>
            <a:r>
              <a:rPr sz="1950" spc="1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of</a:t>
            </a:r>
            <a:r>
              <a:rPr sz="1950" spc="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losing 	data.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212947" y="561158"/>
            <a:ext cx="168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DM Sans"/>
                <a:cs typeface="DM Sans"/>
              </a:rPr>
              <a:t>11</a:t>
            </a:r>
            <a:endParaRPr sz="1800">
              <a:latin typeface="DM Sans"/>
              <a:cs typeface="DM San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" y="1706752"/>
            <a:ext cx="8580231" cy="858023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582070" y="3108312"/>
            <a:ext cx="6068060" cy="0"/>
          </a:xfrm>
          <a:custGeom>
            <a:avLst/>
            <a:gdLst/>
            <a:ahLst/>
            <a:cxnLst/>
            <a:rect l="l" t="t" r="r" b="b"/>
            <a:pathLst>
              <a:path w="6068059">
                <a:moveTo>
                  <a:pt x="6067996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2DC29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" y="0"/>
            <a:ext cx="18288000" cy="10287000"/>
            <a:chOff x="32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50735" y="6304775"/>
              <a:ext cx="3530638" cy="183135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50735" y="4005757"/>
              <a:ext cx="3530638" cy="183136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50735" y="1706752"/>
              <a:ext cx="3530638" cy="18313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050735" y="6112938"/>
              <a:ext cx="10318115" cy="0"/>
            </a:xfrm>
            <a:custGeom>
              <a:avLst/>
              <a:gdLst/>
              <a:ahLst/>
              <a:cxnLst/>
              <a:rect l="l" t="t" r="r" b="b"/>
              <a:pathLst>
                <a:path w="10318115">
                  <a:moveTo>
                    <a:pt x="10317581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050735" y="3813925"/>
              <a:ext cx="10318115" cy="0"/>
            </a:xfrm>
            <a:custGeom>
              <a:avLst/>
              <a:gdLst/>
              <a:ahLst/>
              <a:cxnLst/>
              <a:rect l="l" t="t" r="r" b="b"/>
              <a:pathLst>
                <a:path w="10318115">
                  <a:moveTo>
                    <a:pt x="10317581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041657" y="6236825"/>
            <a:ext cx="6080125" cy="1968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04191A"/>
                </a:solidFill>
                <a:latin typeface="DM Sans"/>
                <a:cs typeface="DM Sans"/>
              </a:rPr>
              <a:t>Fast,</a:t>
            </a:r>
            <a:r>
              <a:rPr sz="2900" spc="-7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04191A"/>
                </a:solidFill>
                <a:latin typeface="DM Sans"/>
                <a:cs typeface="DM Sans"/>
              </a:rPr>
              <a:t>efficient</a:t>
            </a:r>
            <a:r>
              <a:rPr sz="2900" spc="-7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04191A"/>
                </a:solidFill>
                <a:latin typeface="DM Sans"/>
                <a:cs typeface="DM Sans"/>
              </a:rPr>
              <a:t>file</a:t>
            </a:r>
            <a:r>
              <a:rPr sz="2900" spc="-7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04191A"/>
                </a:solidFill>
                <a:latin typeface="DM Sans"/>
                <a:cs typeface="DM Sans"/>
              </a:rPr>
              <a:t>handling</a:t>
            </a:r>
            <a:endParaRPr sz="2900">
              <a:latin typeface="DM Sans"/>
              <a:cs typeface="DM Sans"/>
            </a:endParaRPr>
          </a:p>
          <a:p>
            <a:pPr marL="224790" marR="34417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Files</a:t>
            </a:r>
            <a:r>
              <a:rPr sz="1950" spc="1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transfer</a:t>
            </a:r>
            <a:r>
              <a:rPr sz="1950" spc="2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directly</a:t>
            </a:r>
            <a:r>
              <a:rPr sz="1950" spc="2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between</a:t>
            </a:r>
            <a:r>
              <a:rPr sz="1950" spc="2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the</a:t>
            </a:r>
            <a:r>
              <a:rPr sz="1950" spc="2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browser</a:t>
            </a:r>
            <a:r>
              <a:rPr sz="1950" spc="2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25" dirty="0">
                <a:solidFill>
                  <a:srgbClr val="04191A"/>
                </a:solidFill>
                <a:latin typeface="DM Sans"/>
                <a:cs typeface="DM Sans"/>
              </a:rPr>
              <a:t>and 	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cloud</a:t>
            </a:r>
            <a:r>
              <a:rPr sz="1950" spc="5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storage.</a:t>
            </a:r>
            <a:endParaRPr sz="195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This</a:t>
            </a:r>
            <a:r>
              <a:rPr sz="1950" spc="1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avoids</a:t>
            </a:r>
            <a:r>
              <a:rPr sz="1950" spc="1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routing</a:t>
            </a:r>
            <a:r>
              <a:rPr sz="1950" spc="1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large</a:t>
            </a:r>
            <a:r>
              <a:rPr sz="1950" spc="1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files</a:t>
            </a:r>
            <a:r>
              <a:rPr sz="1950" spc="1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through</a:t>
            </a:r>
            <a:r>
              <a:rPr sz="1950" spc="1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the</a:t>
            </a:r>
            <a:r>
              <a:rPr sz="1950" spc="1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backend 	server.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41657" y="3937812"/>
            <a:ext cx="6320790" cy="1968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04191A"/>
                </a:solidFill>
                <a:latin typeface="DM Sans"/>
                <a:cs typeface="DM Sans"/>
              </a:rPr>
              <a:t>Built</a:t>
            </a:r>
            <a:r>
              <a:rPr sz="2900" spc="-10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04191A"/>
                </a:solidFill>
                <a:latin typeface="DM Sans"/>
                <a:cs typeface="DM Sans"/>
              </a:rPr>
              <a:t>for</a:t>
            </a:r>
            <a:r>
              <a:rPr sz="2900" spc="-10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04191A"/>
                </a:solidFill>
                <a:latin typeface="DM Sans"/>
                <a:cs typeface="DM Sans"/>
              </a:rPr>
              <a:t>secure</a:t>
            </a:r>
            <a:r>
              <a:rPr sz="2900" spc="-10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04191A"/>
                </a:solidFill>
                <a:latin typeface="DM Sans"/>
                <a:cs typeface="DM Sans"/>
              </a:rPr>
              <a:t>access</a:t>
            </a:r>
            <a:endParaRPr sz="290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User</a:t>
            </a:r>
            <a:r>
              <a:rPr sz="1950" spc="4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accounts</a:t>
            </a:r>
            <a:r>
              <a:rPr sz="1950" spc="5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help</a:t>
            </a:r>
            <a:r>
              <a:rPr sz="1950" spc="5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ensure</a:t>
            </a:r>
            <a:r>
              <a:rPr sz="1950" spc="5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only</a:t>
            </a:r>
            <a:r>
              <a:rPr sz="1950" spc="5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the</a:t>
            </a:r>
            <a:r>
              <a:rPr sz="1950" spc="5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right</a:t>
            </a:r>
            <a:r>
              <a:rPr sz="1950" spc="5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people</a:t>
            </a:r>
            <a:r>
              <a:rPr sz="1950" spc="5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25" dirty="0">
                <a:solidFill>
                  <a:srgbClr val="04191A"/>
                </a:solidFill>
                <a:latin typeface="DM Sans"/>
                <a:cs typeface="DM Sans"/>
              </a:rPr>
              <a:t>can 	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access</a:t>
            </a:r>
            <a:r>
              <a:rPr sz="1950" spc="6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content.</a:t>
            </a:r>
            <a:endParaRPr sz="1950">
              <a:latin typeface="DM Sans"/>
              <a:cs typeface="DM Sans"/>
            </a:endParaRPr>
          </a:p>
          <a:p>
            <a:pPr marL="224790" marR="368300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Sharing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links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make</a:t>
            </a:r>
            <a:r>
              <a:rPr sz="1950" spc="4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collaboration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possible</a:t>
            </a:r>
            <a:r>
              <a:rPr sz="1950" spc="4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without 	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exposing</a:t>
            </a:r>
            <a:r>
              <a:rPr sz="1950" spc="3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everything.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1041657" y="1638797"/>
            <a:ext cx="4359275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5" dirty="0">
                <a:latin typeface="DM Sans"/>
                <a:cs typeface="DM Sans"/>
              </a:rPr>
              <a:t>Everyday</a:t>
            </a:r>
            <a:r>
              <a:rPr sz="2900" spc="-110" dirty="0">
                <a:latin typeface="DM Sans"/>
                <a:cs typeface="DM Sans"/>
              </a:rPr>
              <a:t> </a:t>
            </a:r>
            <a:r>
              <a:rPr sz="2900" dirty="0">
                <a:latin typeface="DM Sans"/>
                <a:cs typeface="DM Sans"/>
              </a:rPr>
              <a:t>file</a:t>
            </a:r>
            <a:r>
              <a:rPr sz="2900" spc="-100" dirty="0">
                <a:latin typeface="DM Sans"/>
                <a:cs typeface="DM Sans"/>
              </a:rPr>
              <a:t> </a:t>
            </a:r>
            <a:r>
              <a:rPr sz="2900" spc="-10" dirty="0">
                <a:latin typeface="DM Sans"/>
                <a:cs typeface="DM Sans"/>
              </a:rPr>
              <a:t>organization</a:t>
            </a:r>
            <a:endParaRPr sz="2900">
              <a:latin typeface="DM Sans"/>
              <a:cs typeface="DM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041657" y="2311383"/>
            <a:ext cx="6316345" cy="1296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4790" marR="5080" indent="-212725">
              <a:lnSpc>
                <a:spcPct val="101499"/>
              </a:lnSpc>
              <a:spcBef>
                <a:spcPts val="95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Keep</a:t>
            </a:r>
            <a:r>
              <a:rPr sz="1950" spc="1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files</a:t>
            </a:r>
            <a:r>
              <a:rPr sz="1950" spc="2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and</a:t>
            </a:r>
            <a:r>
              <a:rPr sz="1950" spc="1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folders</a:t>
            </a:r>
            <a:r>
              <a:rPr sz="1950" spc="2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in</a:t>
            </a:r>
            <a:r>
              <a:rPr sz="1950" spc="1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one</a:t>
            </a:r>
            <a:r>
              <a:rPr sz="1950" spc="2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place,</a:t>
            </a:r>
            <a:r>
              <a:rPr sz="1950" spc="1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ready</a:t>
            </a:r>
            <a:r>
              <a:rPr sz="1950" spc="2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to</a:t>
            </a:r>
            <a:r>
              <a:rPr sz="1950" spc="1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find</a:t>
            </a:r>
            <a:r>
              <a:rPr sz="1950" spc="2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25" dirty="0">
                <a:solidFill>
                  <a:srgbClr val="04191A"/>
                </a:solidFill>
                <a:latin typeface="DM Sans"/>
                <a:cs typeface="DM Sans"/>
              </a:rPr>
              <a:t>and 	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share.</a:t>
            </a:r>
            <a:endParaRPr sz="1950">
              <a:latin typeface="DM Sans"/>
              <a:cs typeface="DM Sans"/>
            </a:endParaRPr>
          </a:p>
          <a:p>
            <a:pPr marL="224790" marR="566420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Use</a:t>
            </a:r>
            <a:r>
              <a:rPr sz="1950" spc="2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</a:t>
            </a:r>
            <a:r>
              <a:rPr sz="1950" spc="2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simple</a:t>
            </a:r>
            <a:r>
              <a:rPr sz="1950" spc="2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web</a:t>
            </a:r>
            <a:r>
              <a:rPr sz="1950" spc="2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interface</a:t>
            </a:r>
            <a:r>
              <a:rPr sz="1950" spc="2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that</a:t>
            </a:r>
            <a:r>
              <a:rPr sz="1950" spc="2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feels</a:t>
            </a:r>
            <a:r>
              <a:rPr sz="1950" spc="2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familiar</a:t>
            </a:r>
            <a:r>
              <a:rPr sz="1950" spc="2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25" dirty="0">
                <a:solidFill>
                  <a:srgbClr val="04191A"/>
                </a:solidFill>
                <a:latin typeface="DM Sans"/>
                <a:cs typeface="DM Sans"/>
              </a:rPr>
              <a:t>to 	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most</a:t>
            </a:r>
            <a:r>
              <a:rPr sz="1950" spc="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users.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069861" y="562607"/>
            <a:ext cx="309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04191A"/>
                </a:solidFill>
                <a:latin typeface="DM Sans"/>
                <a:cs typeface="DM Sans"/>
              </a:rPr>
              <a:t>02</a:t>
            </a:r>
            <a:endParaRPr sz="1800">
              <a:latin typeface="DM Sans"/>
              <a:cs typeface="DM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63041" y="1606411"/>
            <a:ext cx="3971290" cy="131064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 marR="5080">
              <a:lnSpc>
                <a:spcPts val="4600"/>
              </a:lnSpc>
              <a:spcBef>
                <a:spcPts val="1019"/>
              </a:spcBef>
            </a:pPr>
            <a:r>
              <a:rPr sz="4600" dirty="0">
                <a:solidFill>
                  <a:srgbClr val="04191A"/>
                </a:solidFill>
                <a:latin typeface="DM Sans"/>
                <a:cs typeface="DM Sans"/>
              </a:rPr>
              <a:t>Why</a:t>
            </a:r>
            <a:r>
              <a:rPr sz="4600" spc="-17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4600" spc="-10" dirty="0">
                <a:solidFill>
                  <a:srgbClr val="04191A"/>
                </a:solidFill>
                <a:latin typeface="DM Sans"/>
                <a:cs typeface="DM Sans"/>
              </a:rPr>
              <a:t>CloudBox Matters</a:t>
            </a:r>
            <a:endParaRPr sz="4600">
              <a:latin typeface="DM Sans"/>
              <a:cs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" y="0"/>
            <a:ext cx="18288000" cy="10287000"/>
            <a:chOff x="32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50735" y="6220777"/>
              <a:ext cx="3530638" cy="183136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50735" y="4005757"/>
              <a:ext cx="3530638" cy="183136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50735" y="1706752"/>
              <a:ext cx="3530638" cy="18313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050735" y="6028951"/>
              <a:ext cx="10318115" cy="0"/>
            </a:xfrm>
            <a:custGeom>
              <a:avLst/>
              <a:gdLst/>
              <a:ahLst/>
              <a:cxnLst/>
              <a:rect l="l" t="t" r="r" b="b"/>
              <a:pathLst>
                <a:path w="10318115">
                  <a:moveTo>
                    <a:pt x="10317581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050735" y="3813925"/>
              <a:ext cx="10318115" cy="0"/>
            </a:xfrm>
            <a:custGeom>
              <a:avLst/>
              <a:gdLst/>
              <a:ahLst/>
              <a:cxnLst/>
              <a:rect l="l" t="t" r="r" b="b"/>
              <a:pathLst>
                <a:path w="10318115">
                  <a:moveTo>
                    <a:pt x="10317581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041657" y="6152838"/>
            <a:ext cx="6321425" cy="1666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04191A"/>
                </a:solidFill>
                <a:latin typeface="DM Sans"/>
                <a:cs typeface="DM Sans"/>
              </a:rPr>
              <a:t>Managing</a:t>
            </a:r>
            <a:r>
              <a:rPr sz="2900" spc="-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04191A"/>
                </a:solidFill>
                <a:latin typeface="DM Sans"/>
                <a:cs typeface="DM Sans"/>
              </a:rPr>
              <a:t>files</a:t>
            </a:r>
            <a:r>
              <a:rPr sz="2900" spc="-3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04191A"/>
                </a:solidFill>
                <a:latin typeface="DM Sans"/>
                <a:cs typeface="DM Sans"/>
              </a:rPr>
              <a:t>is</a:t>
            </a:r>
            <a:r>
              <a:rPr sz="2900" spc="-3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04191A"/>
                </a:solidFill>
                <a:latin typeface="DM Sans"/>
                <a:cs typeface="DM Sans"/>
              </a:rPr>
              <a:t>frustrating</a:t>
            </a:r>
            <a:endParaRPr sz="2900">
              <a:latin typeface="DM Sans"/>
              <a:cs typeface="DM Sans"/>
            </a:endParaRPr>
          </a:p>
          <a:p>
            <a:pPr marL="224790" marR="296545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Keeping</a:t>
            </a:r>
            <a:r>
              <a:rPr sz="1950" spc="5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folders</a:t>
            </a:r>
            <a:r>
              <a:rPr sz="1950" spc="5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organized</a:t>
            </a:r>
            <a:r>
              <a:rPr sz="1950" spc="5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locally</a:t>
            </a:r>
            <a:r>
              <a:rPr sz="1950" spc="5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becomes</a:t>
            </a:r>
            <a:r>
              <a:rPr sz="1950" spc="5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harder 	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over</a:t>
            </a:r>
            <a:r>
              <a:rPr sz="1950" spc="-7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time.</a:t>
            </a:r>
            <a:endParaRPr sz="1950">
              <a:latin typeface="DM Sans"/>
              <a:cs typeface="DM Sans"/>
            </a:endParaRPr>
          </a:p>
          <a:p>
            <a:pPr marL="225425" indent="-212725">
              <a:lnSpc>
                <a:spcPct val="100000"/>
              </a:lnSpc>
              <a:spcBef>
                <a:spcPts val="535"/>
              </a:spcBef>
              <a:buFont typeface="Times New Roman"/>
              <a:buChar char="•"/>
              <a:tabLst>
                <a:tab pos="225425" algn="l"/>
              </a:tabLst>
            </a:pP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People</a:t>
            </a:r>
            <a:r>
              <a:rPr sz="1950" spc="3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need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b="1" dirty="0">
                <a:solidFill>
                  <a:srgbClr val="04191A"/>
                </a:solidFill>
                <a:latin typeface="DM Sans"/>
                <a:cs typeface="DM Sans"/>
              </a:rPr>
              <a:t>simple,</a:t>
            </a:r>
            <a:r>
              <a:rPr sz="1950" b="1" spc="3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b="1" dirty="0">
                <a:solidFill>
                  <a:srgbClr val="04191A"/>
                </a:solidFill>
                <a:latin typeface="DM Sans"/>
                <a:cs typeface="DM Sans"/>
              </a:rPr>
              <a:t>safe</a:t>
            </a:r>
            <a:r>
              <a:rPr sz="1950" b="1" spc="9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place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for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important</a:t>
            </a:r>
            <a:r>
              <a:rPr sz="1950" spc="3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files.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41657" y="3937812"/>
            <a:ext cx="5876925" cy="1301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04191A"/>
                </a:solidFill>
                <a:latin typeface="DM Sans"/>
                <a:cs typeface="DM Sans"/>
              </a:rPr>
              <a:t>Access</a:t>
            </a:r>
            <a:r>
              <a:rPr sz="2900" spc="-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04191A"/>
                </a:solidFill>
                <a:latin typeface="DM Sans"/>
                <a:cs typeface="DM Sans"/>
              </a:rPr>
              <a:t>is</a:t>
            </a:r>
            <a:r>
              <a:rPr sz="2900" spc="-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04191A"/>
                </a:solidFill>
                <a:latin typeface="DM Sans"/>
                <a:cs typeface="DM Sans"/>
              </a:rPr>
              <a:t>limited</a:t>
            </a:r>
            <a:endParaRPr sz="290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Your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files</a:t>
            </a:r>
            <a:r>
              <a:rPr sz="1950" spc="-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are</a:t>
            </a:r>
            <a:r>
              <a:rPr sz="1950" spc="-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not</a:t>
            </a:r>
            <a:r>
              <a:rPr sz="1950" spc="-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easily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available</a:t>
            </a:r>
            <a:r>
              <a:rPr sz="1950" spc="-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across</a:t>
            </a:r>
            <a:r>
              <a:rPr sz="1950" spc="-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different 	devices.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1041657" y="1638797"/>
            <a:ext cx="3569335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latin typeface="DM Sans"/>
                <a:cs typeface="DM Sans"/>
              </a:rPr>
              <a:t>Local</a:t>
            </a:r>
            <a:r>
              <a:rPr sz="2900" spc="-85" dirty="0">
                <a:latin typeface="DM Sans"/>
                <a:cs typeface="DM Sans"/>
              </a:rPr>
              <a:t> </a:t>
            </a:r>
            <a:r>
              <a:rPr sz="2900" spc="-10" dirty="0">
                <a:latin typeface="DM Sans"/>
                <a:cs typeface="DM Sans"/>
              </a:rPr>
              <a:t>storage</a:t>
            </a:r>
            <a:r>
              <a:rPr sz="2900" spc="-85" dirty="0">
                <a:latin typeface="DM Sans"/>
                <a:cs typeface="DM Sans"/>
              </a:rPr>
              <a:t> </a:t>
            </a:r>
            <a:r>
              <a:rPr sz="2900" dirty="0">
                <a:latin typeface="DM Sans"/>
                <a:cs typeface="DM Sans"/>
              </a:rPr>
              <a:t>is</a:t>
            </a:r>
            <a:r>
              <a:rPr sz="2900" spc="-80" dirty="0">
                <a:latin typeface="DM Sans"/>
                <a:cs typeface="DM Sans"/>
              </a:rPr>
              <a:t> </a:t>
            </a:r>
            <a:r>
              <a:rPr sz="2900" spc="-10" dirty="0">
                <a:latin typeface="DM Sans"/>
                <a:cs typeface="DM Sans"/>
              </a:rPr>
              <a:t>risky</a:t>
            </a:r>
            <a:endParaRPr sz="2900">
              <a:latin typeface="DM Sans"/>
              <a:cs typeface="DM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041657" y="2311383"/>
            <a:ext cx="5885180" cy="1296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4790" marR="5080" indent="-212725">
              <a:lnSpc>
                <a:spcPct val="101499"/>
              </a:lnSpc>
              <a:spcBef>
                <a:spcPts val="95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Files</a:t>
            </a:r>
            <a:r>
              <a:rPr sz="1950" spc="3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can</a:t>
            </a:r>
            <a:r>
              <a:rPr sz="1950" spc="3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disappear</a:t>
            </a:r>
            <a:r>
              <a:rPr sz="1950" spc="3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if</a:t>
            </a:r>
            <a:r>
              <a:rPr sz="1950" spc="3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</a:t>
            </a:r>
            <a:r>
              <a:rPr sz="1950" spc="3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phone</a:t>
            </a:r>
            <a:r>
              <a:rPr sz="1950" spc="3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or</a:t>
            </a:r>
            <a:r>
              <a:rPr sz="1950" spc="3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laptop</a:t>
            </a:r>
            <a:r>
              <a:rPr sz="1950" spc="3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is</a:t>
            </a:r>
            <a:r>
              <a:rPr sz="1950" spc="3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lost</a:t>
            </a:r>
            <a:r>
              <a:rPr sz="1950" spc="3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25" dirty="0">
                <a:solidFill>
                  <a:srgbClr val="04191A"/>
                </a:solidFill>
                <a:latin typeface="DM Sans"/>
                <a:cs typeface="DM Sans"/>
              </a:rPr>
              <a:t>or 	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damaged.</a:t>
            </a:r>
            <a:endParaRPr sz="1950">
              <a:latin typeface="DM Sans"/>
              <a:cs typeface="DM Sans"/>
            </a:endParaRPr>
          </a:p>
          <a:p>
            <a:pPr marL="224790" marR="142240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Device</a:t>
            </a:r>
            <a:r>
              <a:rPr sz="1950" spc="5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crashes</a:t>
            </a:r>
            <a:r>
              <a:rPr sz="1950" spc="5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can</a:t>
            </a:r>
            <a:r>
              <a:rPr sz="1950" spc="6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wipe</a:t>
            </a:r>
            <a:r>
              <a:rPr sz="1950" spc="5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important</a:t>
            </a:r>
            <a:r>
              <a:rPr sz="1950" spc="5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documents 	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without</a:t>
            </a:r>
            <a:r>
              <a:rPr sz="1950" spc="7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warning.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060490" y="562607"/>
            <a:ext cx="320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04191A"/>
                </a:solidFill>
                <a:latin typeface="DM Sans"/>
                <a:cs typeface="DM Sans"/>
              </a:rPr>
              <a:t>04</a:t>
            </a:r>
            <a:endParaRPr sz="1800">
              <a:latin typeface="DM Sans"/>
              <a:cs typeface="DM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5866" y="1606411"/>
            <a:ext cx="5270500" cy="131064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 marR="5080">
              <a:lnSpc>
                <a:spcPts val="4600"/>
              </a:lnSpc>
              <a:spcBef>
                <a:spcPts val="1019"/>
              </a:spcBef>
            </a:pPr>
            <a:r>
              <a:rPr sz="4600" dirty="0">
                <a:solidFill>
                  <a:srgbClr val="04191A"/>
                </a:solidFill>
                <a:latin typeface="DM Sans"/>
                <a:cs typeface="DM Sans"/>
              </a:rPr>
              <a:t>Problem</a:t>
            </a:r>
            <a:r>
              <a:rPr sz="4600" spc="-12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4600" dirty="0">
                <a:solidFill>
                  <a:srgbClr val="04191A"/>
                </a:solidFill>
                <a:latin typeface="DM Sans"/>
                <a:cs typeface="DM Sans"/>
              </a:rPr>
              <a:t>With</a:t>
            </a:r>
            <a:r>
              <a:rPr sz="4600" spc="-114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4600" spc="-10" dirty="0">
                <a:solidFill>
                  <a:srgbClr val="04191A"/>
                </a:solidFill>
                <a:latin typeface="DM Sans"/>
                <a:cs typeface="DM Sans"/>
              </a:rPr>
              <a:t>Local Files</a:t>
            </a:r>
            <a:endParaRPr sz="4600">
              <a:latin typeface="DM Sans"/>
              <a:cs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" y="0"/>
            <a:ext cx="18288000" cy="10287000"/>
            <a:chOff x="32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" y="0"/>
              <a:ext cx="18287967" cy="10287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50735" y="6304775"/>
              <a:ext cx="3530638" cy="183135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50735" y="4005757"/>
              <a:ext cx="3530638" cy="183136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50735" y="1706752"/>
              <a:ext cx="3530638" cy="183135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050735" y="6112938"/>
              <a:ext cx="10318115" cy="0"/>
            </a:xfrm>
            <a:custGeom>
              <a:avLst/>
              <a:gdLst/>
              <a:ahLst/>
              <a:cxnLst/>
              <a:rect l="l" t="t" r="r" b="b"/>
              <a:pathLst>
                <a:path w="10318115">
                  <a:moveTo>
                    <a:pt x="10317581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050735" y="3813925"/>
              <a:ext cx="10318115" cy="0"/>
            </a:xfrm>
            <a:custGeom>
              <a:avLst/>
              <a:gdLst/>
              <a:ahLst/>
              <a:cxnLst/>
              <a:rect l="l" t="t" r="r" b="b"/>
              <a:pathLst>
                <a:path w="10318115">
                  <a:moveTo>
                    <a:pt x="10317581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041657" y="1638797"/>
            <a:ext cx="6286500" cy="65665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5" dirty="0">
                <a:solidFill>
                  <a:srgbClr val="04191A"/>
                </a:solidFill>
                <a:latin typeface="DM Sans"/>
                <a:cs typeface="DM Sans"/>
              </a:rPr>
              <a:t>User-to-</a:t>
            </a:r>
            <a:r>
              <a:rPr sz="2900" dirty="0">
                <a:solidFill>
                  <a:srgbClr val="04191A"/>
                </a:solidFill>
                <a:latin typeface="DM Sans"/>
                <a:cs typeface="DM Sans"/>
              </a:rPr>
              <a:t>app</a:t>
            </a:r>
            <a:r>
              <a:rPr sz="2900" spc="6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04191A"/>
                </a:solidFill>
                <a:latin typeface="DM Sans"/>
                <a:cs typeface="DM Sans"/>
              </a:rPr>
              <a:t>interaction</a:t>
            </a:r>
            <a:endParaRPr sz="2900">
              <a:latin typeface="DM Sans"/>
              <a:cs typeface="DM Sans"/>
            </a:endParaRPr>
          </a:p>
          <a:p>
            <a:pPr marL="224790" marR="47244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Users</a:t>
            </a:r>
            <a:r>
              <a:rPr sz="1950" spc="2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work</a:t>
            </a:r>
            <a:r>
              <a:rPr sz="1950" spc="3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in</a:t>
            </a:r>
            <a:r>
              <a:rPr sz="1950" spc="2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the</a:t>
            </a:r>
            <a:r>
              <a:rPr sz="1950" spc="3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browser</a:t>
            </a:r>
            <a:r>
              <a:rPr sz="1950" spc="2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through</a:t>
            </a:r>
            <a:r>
              <a:rPr sz="1950" spc="3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</a:t>
            </a:r>
            <a:r>
              <a:rPr sz="1950" spc="3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simple</a:t>
            </a:r>
            <a:r>
              <a:rPr sz="1950" spc="2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25" dirty="0">
                <a:solidFill>
                  <a:srgbClr val="04191A"/>
                </a:solidFill>
                <a:latin typeface="DM Sans"/>
                <a:cs typeface="DM Sans"/>
              </a:rPr>
              <a:t>web 	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interface.</a:t>
            </a:r>
            <a:endParaRPr sz="1950">
              <a:latin typeface="DM Sans"/>
              <a:cs typeface="DM Sans"/>
            </a:endParaRPr>
          </a:p>
          <a:p>
            <a:pPr marL="224790" marR="211454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The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frontend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handles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screens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and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actions</a:t>
            </a:r>
            <a:r>
              <a:rPr sz="1950" spc="4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without 	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heavy</a:t>
            </a:r>
            <a:r>
              <a:rPr sz="1950" spc="1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setup.</a:t>
            </a:r>
            <a:endParaRPr sz="195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70"/>
              </a:spcBef>
              <a:buClr>
                <a:srgbClr val="04191A"/>
              </a:buClr>
              <a:buFont typeface="Times New Roman"/>
              <a:buChar char="•"/>
            </a:pPr>
            <a:endParaRPr sz="195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</a:pPr>
            <a:r>
              <a:rPr sz="2900" dirty="0">
                <a:solidFill>
                  <a:srgbClr val="04191A"/>
                </a:solidFill>
                <a:latin typeface="DM Sans"/>
                <a:cs typeface="DM Sans"/>
              </a:rPr>
              <a:t>Backend</a:t>
            </a:r>
            <a:r>
              <a:rPr sz="2900" spc="-15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04191A"/>
                </a:solidFill>
                <a:latin typeface="DM Sans"/>
                <a:cs typeface="DM Sans"/>
              </a:rPr>
              <a:t>coordinates</a:t>
            </a:r>
            <a:r>
              <a:rPr sz="2900" spc="-15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04191A"/>
                </a:solidFill>
                <a:latin typeface="DM Sans"/>
                <a:cs typeface="DM Sans"/>
              </a:rPr>
              <a:t>logic</a:t>
            </a:r>
            <a:endParaRPr sz="290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An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Express</a:t>
            </a:r>
            <a:r>
              <a:rPr sz="1950" spc="3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API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verifies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sign-ins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and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authorizes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20" dirty="0">
                <a:solidFill>
                  <a:srgbClr val="04191A"/>
                </a:solidFill>
                <a:latin typeface="DM Sans"/>
                <a:cs typeface="DM Sans"/>
              </a:rPr>
              <a:t>each 	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request.</a:t>
            </a:r>
            <a:endParaRPr sz="1950">
              <a:latin typeface="DM Sans"/>
              <a:cs typeface="DM Sans"/>
            </a:endParaRPr>
          </a:p>
          <a:p>
            <a:pPr marL="224790" marR="487680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It</a:t>
            </a:r>
            <a:r>
              <a:rPr sz="1950" spc="2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tracks</a:t>
            </a:r>
            <a:r>
              <a:rPr sz="1950" spc="2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folders</a:t>
            </a:r>
            <a:r>
              <a:rPr sz="1950" spc="2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and</a:t>
            </a:r>
            <a:r>
              <a:rPr sz="1950" spc="2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file</a:t>
            </a:r>
            <a:r>
              <a:rPr sz="1950" spc="2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details</a:t>
            </a:r>
            <a:r>
              <a:rPr sz="1950" spc="2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as</a:t>
            </a:r>
            <a:r>
              <a:rPr sz="1950" spc="2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metadata</a:t>
            </a:r>
            <a:r>
              <a:rPr sz="1950" spc="2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in</a:t>
            </a:r>
            <a:r>
              <a:rPr sz="1950" spc="2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50" dirty="0">
                <a:solidFill>
                  <a:srgbClr val="04191A"/>
                </a:solidFill>
                <a:latin typeface="DM Sans"/>
                <a:cs typeface="DM Sans"/>
              </a:rPr>
              <a:t>a 	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database.</a:t>
            </a:r>
            <a:endParaRPr sz="195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70"/>
              </a:spcBef>
              <a:buClr>
                <a:srgbClr val="04191A"/>
              </a:buClr>
              <a:buFont typeface="Times New Roman"/>
              <a:buChar char="•"/>
            </a:pPr>
            <a:endParaRPr sz="195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</a:pPr>
            <a:r>
              <a:rPr sz="2900" dirty="0">
                <a:solidFill>
                  <a:srgbClr val="04191A"/>
                </a:solidFill>
                <a:latin typeface="DM Sans"/>
                <a:cs typeface="DM Sans"/>
              </a:rPr>
              <a:t>Direct</a:t>
            </a:r>
            <a:r>
              <a:rPr sz="2900" spc="-11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04191A"/>
                </a:solidFill>
                <a:latin typeface="DM Sans"/>
                <a:cs typeface="DM Sans"/>
              </a:rPr>
              <a:t>file</a:t>
            </a:r>
            <a:r>
              <a:rPr sz="2900" spc="-10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04191A"/>
                </a:solidFill>
                <a:latin typeface="DM Sans"/>
                <a:cs typeface="DM Sans"/>
              </a:rPr>
              <a:t>transfer</a:t>
            </a:r>
            <a:r>
              <a:rPr sz="2900" spc="-11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04191A"/>
                </a:solidFill>
                <a:latin typeface="DM Sans"/>
                <a:cs typeface="DM Sans"/>
              </a:rPr>
              <a:t>to</a:t>
            </a:r>
            <a:r>
              <a:rPr sz="2900" spc="-10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2900" spc="-25" dirty="0">
                <a:solidFill>
                  <a:srgbClr val="04191A"/>
                </a:solidFill>
                <a:latin typeface="DM Sans"/>
                <a:cs typeface="DM Sans"/>
              </a:rPr>
              <a:t>S3</a:t>
            </a:r>
            <a:endParaRPr sz="2900">
              <a:latin typeface="DM Sans"/>
              <a:cs typeface="DM Sans"/>
            </a:endParaRPr>
          </a:p>
          <a:p>
            <a:pPr marL="224790" marR="877569" indent="-212725">
              <a:lnSpc>
                <a:spcPct val="101499"/>
              </a:lnSpc>
              <a:spcBef>
                <a:spcPts val="1815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Uploads</a:t>
            </a:r>
            <a:r>
              <a:rPr sz="1950" spc="3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and</a:t>
            </a:r>
            <a:r>
              <a:rPr sz="1950" spc="3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downloads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go</a:t>
            </a:r>
            <a:r>
              <a:rPr sz="1950" spc="3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straight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between 	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browser</a:t>
            </a:r>
            <a:r>
              <a:rPr sz="1950" spc="-3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and</a:t>
            </a:r>
            <a:r>
              <a:rPr sz="1950" spc="-3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AWS</a:t>
            </a:r>
            <a:r>
              <a:rPr sz="1950" spc="-3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25" dirty="0">
                <a:solidFill>
                  <a:srgbClr val="04191A"/>
                </a:solidFill>
                <a:latin typeface="DM Sans"/>
                <a:cs typeface="DM Sans"/>
              </a:rPr>
              <a:t>S3.</a:t>
            </a:r>
            <a:endParaRPr sz="1950">
              <a:latin typeface="DM Sans"/>
              <a:cs typeface="DM Sans"/>
            </a:endParaRPr>
          </a:p>
          <a:p>
            <a:pPr marL="224790" marR="422909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Pre-signed</a:t>
            </a:r>
            <a:r>
              <a:rPr sz="1950" spc="2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links</a:t>
            </a:r>
            <a:r>
              <a:rPr sz="1950" spc="2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enable</a:t>
            </a:r>
            <a:r>
              <a:rPr sz="1950" spc="2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b="1" dirty="0">
                <a:solidFill>
                  <a:srgbClr val="04191A"/>
                </a:solidFill>
                <a:latin typeface="DM Sans"/>
                <a:cs typeface="DM Sans"/>
              </a:rPr>
              <a:t>faster</a:t>
            </a:r>
            <a:r>
              <a:rPr sz="1950" b="1" spc="8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transfers</a:t>
            </a:r>
            <a:r>
              <a:rPr sz="1950" spc="2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and</a:t>
            </a:r>
            <a:r>
              <a:rPr sz="1950" spc="2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20" dirty="0">
                <a:solidFill>
                  <a:srgbClr val="04191A"/>
                </a:solidFill>
                <a:latin typeface="DM Sans"/>
                <a:cs typeface="DM Sans"/>
              </a:rPr>
              <a:t>less 	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server</a:t>
            </a:r>
            <a:r>
              <a:rPr sz="1950" spc="1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load.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060490" y="562607"/>
            <a:ext cx="320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04191A"/>
                </a:solidFill>
                <a:latin typeface="DM Sans"/>
                <a:cs typeface="DM Sans"/>
              </a:rPr>
              <a:t>04</a:t>
            </a:r>
            <a:endParaRPr sz="1800">
              <a:latin typeface="DM Sans"/>
              <a:cs typeface="DM Sans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1073499" y="1107949"/>
            <a:ext cx="468439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latin typeface="DM Sans"/>
                <a:cs typeface="DM Sans"/>
              </a:rPr>
              <a:t>System</a:t>
            </a:r>
            <a:r>
              <a:rPr spc="-275" dirty="0">
                <a:latin typeface="DM Sans"/>
                <a:cs typeface="DM Sans"/>
              </a:rPr>
              <a:t> </a:t>
            </a:r>
            <a:r>
              <a:rPr spc="-25" dirty="0">
                <a:latin typeface="DM Sans"/>
                <a:cs typeface="DM Sans"/>
              </a:rPr>
              <a:t>Workﬂow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" y="0"/>
            <a:ext cx="18288000" cy="10287000"/>
            <a:chOff x="32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" y="0"/>
              <a:ext cx="18287967" cy="10287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014005" y="3594435"/>
              <a:ext cx="0" cy="5468620"/>
            </a:xfrm>
            <a:custGeom>
              <a:avLst/>
              <a:gdLst/>
              <a:ahLst/>
              <a:cxnLst/>
              <a:rect l="l" t="t" r="r" b="b"/>
              <a:pathLst>
                <a:path h="5468620">
                  <a:moveTo>
                    <a:pt x="0" y="5468277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74188" y="3594435"/>
              <a:ext cx="0" cy="5468620"/>
            </a:xfrm>
            <a:custGeom>
              <a:avLst/>
              <a:gdLst/>
              <a:ahLst/>
              <a:cxnLst/>
              <a:rect l="l" t="t" r="r" b="b"/>
              <a:pathLst>
                <a:path h="5468620">
                  <a:moveTo>
                    <a:pt x="0" y="5468277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385539" y="7079420"/>
            <a:ext cx="4849495" cy="1968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04191A"/>
                </a:solidFill>
                <a:latin typeface="DM Sans"/>
                <a:cs typeface="DM Sans"/>
              </a:rPr>
              <a:t>Folder</a:t>
            </a:r>
            <a:r>
              <a:rPr sz="2900" spc="-13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04191A"/>
                </a:solidFill>
                <a:latin typeface="DM Sans"/>
                <a:cs typeface="DM Sans"/>
              </a:rPr>
              <a:t>organization</a:t>
            </a:r>
            <a:endParaRPr sz="2900">
              <a:latin typeface="DM Sans"/>
              <a:cs typeface="DM Sans"/>
            </a:endParaRPr>
          </a:p>
          <a:p>
            <a:pPr marL="224790" marR="17272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Create, rename, and</a:t>
            </a:r>
            <a:r>
              <a:rPr sz="1950" spc="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remove folders </a:t>
            </a:r>
            <a:r>
              <a:rPr sz="1950" spc="-25" dirty="0">
                <a:solidFill>
                  <a:srgbClr val="04191A"/>
                </a:solidFill>
                <a:latin typeface="DM Sans"/>
                <a:cs typeface="DM Sans"/>
              </a:rPr>
              <a:t>to 	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keep</a:t>
            </a:r>
            <a:r>
              <a:rPr sz="1950" spc="1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content</a:t>
            </a:r>
            <a:r>
              <a:rPr sz="1950" spc="1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tidy.</a:t>
            </a:r>
            <a:endParaRPr sz="195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Store</a:t>
            </a:r>
            <a:r>
              <a:rPr sz="1950" spc="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items</a:t>
            </a:r>
            <a:r>
              <a:rPr sz="1950" spc="1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in</a:t>
            </a:r>
            <a:r>
              <a:rPr sz="1950" spc="1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nested</a:t>
            </a:r>
            <a:r>
              <a:rPr sz="1950" spc="1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folders</a:t>
            </a:r>
            <a:r>
              <a:rPr sz="1950" spc="1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for</a:t>
            </a:r>
            <a:r>
              <a:rPr sz="1950" spc="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clearer 	structure.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45722" y="7079420"/>
            <a:ext cx="4734560" cy="1968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5" dirty="0">
                <a:solidFill>
                  <a:srgbClr val="04191A"/>
                </a:solidFill>
                <a:latin typeface="DM Sans"/>
                <a:cs typeface="DM Sans"/>
              </a:rPr>
              <a:t>Everyday</a:t>
            </a:r>
            <a:r>
              <a:rPr sz="2900" spc="-11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04191A"/>
                </a:solidFill>
                <a:latin typeface="DM Sans"/>
                <a:cs typeface="DM Sans"/>
              </a:rPr>
              <a:t>file</a:t>
            </a:r>
            <a:r>
              <a:rPr sz="2900" spc="-10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04191A"/>
                </a:solidFill>
                <a:latin typeface="DM Sans"/>
                <a:cs typeface="DM Sans"/>
              </a:rPr>
              <a:t>actions</a:t>
            </a:r>
            <a:endParaRPr sz="290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Upload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and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download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files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through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25" dirty="0">
                <a:solidFill>
                  <a:srgbClr val="04191A"/>
                </a:solidFill>
                <a:latin typeface="DM Sans"/>
                <a:cs typeface="DM Sans"/>
              </a:rPr>
              <a:t>the 	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web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interface.</a:t>
            </a:r>
            <a:endParaRPr sz="1950">
              <a:latin typeface="DM Sans"/>
              <a:cs typeface="DM Sans"/>
            </a:endParaRPr>
          </a:p>
          <a:p>
            <a:pPr marL="224790" marR="78740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Rename,</a:t>
            </a:r>
            <a:r>
              <a:rPr sz="1950" spc="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delete,</a:t>
            </a:r>
            <a:r>
              <a:rPr sz="1950" spc="1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and</a:t>
            </a:r>
            <a:r>
              <a:rPr sz="1950" spc="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create</a:t>
            </a:r>
            <a:r>
              <a:rPr sz="1950" spc="1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share</a:t>
            </a:r>
            <a:r>
              <a:rPr sz="1950" spc="1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links 	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when</a:t>
            </a:r>
            <a:r>
              <a:rPr sz="1950" spc="5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needed.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5904" y="7079420"/>
            <a:ext cx="4080510" cy="1301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04191A"/>
                </a:solidFill>
                <a:latin typeface="DM Sans"/>
                <a:cs typeface="DM Sans"/>
              </a:rPr>
              <a:t>Account</a:t>
            </a:r>
            <a:r>
              <a:rPr sz="2900" spc="-18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04191A"/>
                </a:solidFill>
                <a:latin typeface="DM Sans"/>
                <a:cs typeface="DM Sans"/>
              </a:rPr>
              <a:t>access</a:t>
            </a:r>
            <a:endParaRPr sz="290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Users</a:t>
            </a:r>
            <a:r>
              <a:rPr sz="1950" spc="1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can</a:t>
            </a:r>
            <a:r>
              <a:rPr sz="1950" spc="1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register</a:t>
            </a:r>
            <a:r>
              <a:rPr sz="1950" spc="1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and</a:t>
            </a:r>
            <a:r>
              <a:rPr sz="1950" spc="1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log</a:t>
            </a:r>
            <a:r>
              <a:rPr sz="1950" spc="1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in</a:t>
            </a:r>
            <a:r>
              <a:rPr sz="1950" spc="1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20" dirty="0">
                <a:solidFill>
                  <a:srgbClr val="04191A"/>
                </a:solidFill>
                <a:latin typeface="DM Sans"/>
                <a:cs typeface="DM Sans"/>
              </a:rPr>
              <a:t>with 	</a:t>
            </a:r>
            <a:r>
              <a:rPr sz="1950" b="1" spc="-20" dirty="0">
                <a:solidFill>
                  <a:srgbClr val="04191A"/>
                </a:solidFill>
                <a:latin typeface="DM Sans"/>
                <a:cs typeface="DM Sans"/>
              </a:rPr>
              <a:t>JWT-</a:t>
            </a:r>
            <a:r>
              <a:rPr sz="1950" b="1" dirty="0">
                <a:solidFill>
                  <a:srgbClr val="04191A"/>
                </a:solidFill>
                <a:latin typeface="DM Sans"/>
                <a:cs typeface="DM Sans"/>
              </a:rPr>
              <a:t>based</a:t>
            </a:r>
            <a:r>
              <a:rPr sz="1950" b="1" spc="20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sign-</a:t>
            </a:r>
            <a:r>
              <a:rPr sz="1950" spc="-25" dirty="0">
                <a:solidFill>
                  <a:srgbClr val="04191A"/>
                </a:solidFill>
                <a:latin typeface="DM Sans"/>
                <a:cs typeface="DM Sans"/>
              </a:rPr>
              <a:t>in.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65451" y="561158"/>
            <a:ext cx="316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04191A"/>
                </a:solidFill>
                <a:latin typeface="DM Sans"/>
                <a:cs typeface="DM Sans"/>
              </a:rPr>
              <a:t>03</a:t>
            </a:r>
            <a:endParaRPr sz="1800">
              <a:latin typeface="DM Sans"/>
              <a:cs typeface="DM Sans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DM Sans"/>
                <a:cs typeface="DM Sans"/>
              </a:rPr>
              <a:t>Core</a:t>
            </a:r>
            <a:r>
              <a:rPr spc="-45" dirty="0">
                <a:latin typeface="DM Sans"/>
                <a:cs typeface="DM Sans"/>
              </a:rPr>
              <a:t> </a:t>
            </a:r>
            <a:r>
              <a:rPr dirty="0">
                <a:latin typeface="DM Sans"/>
                <a:cs typeface="DM Sans"/>
              </a:rPr>
              <a:t>User</a:t>
            </a:r>
            <a:r>
              <a:rPr spc="-45" dirty="0">
                <a:latin typeface="DM Sans"/>
                <a:cs typeface="DM Sans"/>
              </a:rPr>
              <a:t> </a:t>
            </a:r>
            <a:r>
              <a:rPr spc="-25" dirty="0">
                <a:latin typeface="DM Sans"/>
                <a:cs typeface="DM Sans"/>
              </a:rPr>
              <a:t>Actions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918603" y="3594434"/>
            <a:ext cx="16451580" cy="3175000"/>
            <a:chOff x="918603" y="3594434"/>
            <a:chExt cx="16451580" cy="317500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98235" y="3594434"/>
              <a:ext cx="4971376" cy="317461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58419" y="3594434"/>
              <a:ext cx="4971364" cy="317461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8603" y="3594434"/>
              <a:ext cx="4971364" cy="31746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59501" y="562607"/>
            <a:ext cx="321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DM Sans"/>
                <a:cs typeface="DM Sans"/>
              </a:rPr>
              <a:t>05</a:t>
            </a:r>
            <a:endParaRPr sz="1800">
              <a:latin typeface="DM Sans"/>
              <a:cs typeface="DM San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  <a:latin typeface="DM Sans"/>
                <a:cs typeface="DM Sans"/>
              </a:rPr>
              <a:t>Core</a:t>
            </a:r>
            <a:r>
              <a:rPr spc="-17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pc="-45" dirty="0">
                <a:solidFill>
                  <a:srgbClr val="FFFFFF"/>
                </a:solidFill>
                <a:latin typeface="DM Sans"/>
                <a:cs typeface="DM Sans"/>
              </a:rPr>
              <a:t>Tech</a:t>
            </a:r>
            <a:r>
              <a:rPr spc="-16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pc="-10" dirty="0">
                <a:solidFill>
                  <a:srgbClr val="FFFFFF"/>
                </a:solidFill>
                <a:latin typeface="DM Sans"/>
                <a:cs typeface="DM Sans"/>
              </a:rPr>
              <a:t>Stack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10971" y="2920708"/>
            <a:ext cx="3467094" cy="67151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78581" y="2920708"/>
            <a:ext cx="3467096" cy="67151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6192" y="2920708"/>
            <a:ext cx="3467099" cy="67151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3804" y="2920708"/>
            <a:ext cx="3467098" cy="671512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4543316" y="5584200"/>
            <a:ext cx="2197100" cy="2648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 marR="88265" indent="254635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Why</a:t>
            </a:r>
            <a:r>
              <a:rPr sz="2900" spc="-114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spc="-20" dirty="0">
                <a:solidFill>
                  <a:srgbClr val="FFFFFF"/>
                </a:solidFill>
                <a:latin typeface="DM Sans"/>
                <a:cs typeface="DM Sans"/>
              </a:rPr>
              <a:t>this </a:t>
            </a: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stack</a:t>
            </a:r>
            <a:r>
              <a:rPr sz="2900" spc="-1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spc="-30" dirty="0">
                <a:solidFill>
                  <a:srgbClr val="FFFFFF"/>
                </a:solidFill>
                <a:latin typeface="DM Sans"/>
                <a:cs typeface="DM Sans"/>
              </a:rPr>
              <a:t>works</a:t>
            </a:r>
            <a:endParaRPr sz="290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426720" algn="l"/>
              </a:tabLst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Simple</a:t>
            </a:r>
            <a:r>
              <a:rPr sz="1950" spc="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to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deploy 	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sz="1950" spc="3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maintain,</a:t>
            </a:r>
            <a:endParaRPr sz="1950">
              <a:latin typeface="DM Sans"/>
              <a:cs typeface="DM Sans"/>
            </a:endParaRPr>
          </a:p>
          <a:p>
            <a:pPr marL="238125" marR="17145" algn="ctr">
              <a:lnSpc>
                <a:spcPct val="101499"/>
              </a:lnSpc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while</a:t>
            </a:r>
            <a:r>
              <a:rPr sz="1950" spc="5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supporting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core</a:t>
            </a:r>
            <a:r>
              <a:rPr sz="1950" spc="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storage needs.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05898" y="5584200"/>
            <a:ext cx="2207260" cy="2346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3550" marR="456565" indent="58419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Data</a:t>
            </a:r>
            <a:r>
              <a:rPr sz="2900" spc="-8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spc="-50" dirty="0">
                <a:solidFill>
                  <a:srgbClr val="FFFFFF"/>
                </a:solidFill>
                <a:latin typeface="DM Sans"/>
                <a:cs typeface="DM Sans"/>
              </a:rPr>
              <a:t>&amp; </a:t>
            </a:r>
            <a:r>
              <a:rPr sz="2900" spc="-35" dirty="0">
                <a:solidFill>
                  <a:srgbClr val="FFFFFF"/>
                </a:solidFill>
                <a:latin typeface="DM Sans"/>
                <a:cs typeface="DM Sans"/>
              </a:rPr>
              <a:t>storage</a:t>
            </a:r>
            <a:endParaRPr sz="290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94005" algn="l"/>
              </a:tabLst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SQLite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stores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20" dirty="0">
                <a:solidFill>
                  <a:srgbClr val="FFFFFF"/>
                </a:solidFill>
                <a:latin typeface="DM Sans"/>
                <a:cs typeface="DM Sans"/>
              </a:rPr>
              <a:t>file 	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metadata,</a:t>
            </a:r>
            <a:r>
              <a:rPr sz="1950" spc="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while 	</a:t>
            </a:r>
            <a:r>
              <a:rPr sz="1950" b="1" dirty="0">
                <a:solidFill>
                  <a:srgbClr val="2DC295"/>
                </a:solidFill>
                <a:latin typeface="DM Sans"/>
                <a:cs typeface="DM Sans"/>
              </a:rPr>
              <a:t>AWS</a:t>
            </a:r>
            <a:r>
              <a:rPr sz="1950" b="1" spc="-40" dirty="0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sz="1950" b="1" dirty="0">
                <a:solidFill>
                  <a:srgbClr val="2DC295"/>
                </a:solidFill>
                <a:latin typeface="DM Sans"/>
                <a:cs typeface="DM Sans"/>
              </a:rPr>
              <a:t>S3</a:t>
            </a:r>
            <a:r>
              <a:rPr sz="1950" b="1" spc="20" dirty="0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stores 	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uploaded</a:t>
            </a:r>
            <a:r>
              <a:rPr sz="1950" spc="9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files.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14564" y="5584200"/>
            <a:ext cx="2124710" cy="2206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Backend</a:t>
            </a:r>
            <a:r>
              <a:rPr sz="2900" spc="-19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spc="-25" dirty="0">
                <a:solidFill>
                  <a:srgbClr val="FFFFFF"/>
                </a:solidFill>
                <a:latin typeface="DM Sans"/>
                <a:cs typeface="DM Sans"/>
              </a:rPr>
              <a:t>API</a:t>
            </a:r>
            <a:endParaRPr sz="2900">
              <a:latin typeface="DM Sans"/>
              <a:cs typeface="DM Sans"/>
            </a:endParaRPr>
          </a:p>
          <a:p>
            <a:pPr marL="257810" marR="36195" indent="22669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484505" algn="l"/>
              </a:tabLst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Node.js</a:t>
            </a:r>
            <a:r>
              <a:rPr sz="1950" spc="7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25" dirty="0">
                <a:solidFill>
                  <a:srgbClr val="FFFFFF"/>
                </a:solidFill>
                <a:latin typeface="DM Sans"/>
                <a:cs typeface="DM Sans"/>
              </a:rPr>
              <a:t>and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Express</a:t>
            </a:r>
            <a:r>
              <a:rPr sz="1950" spc="3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power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REST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endpoints</a:t>
            </a:r>
            <a:endParaRPr sz="1950">
              <a:latin typeface="DM Sans"/>
              <a:cs typeface="DM Sans"/>
            </a:endParaRPr>
          </a:p>
          <a:p>
            <a:pPr marL="424180" marR="202565" indent="323850">
              <a:lnSpc>
                <a:spcPct val="101499"/>
              </a:lnSpc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for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25" dirty="0">
                <a:solidFill>
                  <a:srgbClr val="FFFFFF"/>
                </a:solidFill>
                <a:latin typeface="DM Sans"/>
                <a:cs typeface="DM Sans"/>
              </a:rPr>
              <a:t>app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functionality.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03985" y="5584200"/>
            <a:ext cx="2081530" cy="2206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100"/>
              </a:spcBef>
            </a:pPr>
            <a:r>
              <a:rPr sz="2900" spc="-10" dirty="0">
                <a:solidFill>
                  <a:srgbClr val="FFFFFF"/>
                </a:solidFill>
                <a:latin typeface="DM Sans"/>
                <a:cs typeface="DM Sans"/>
              </a:rPr>
              <a:t>Frontend</a:t>
            </a:r>
            <a:endParaRPr sz="2900">
              <a:latin typeface="DM Sans"/>
              <a:cs typeface="DM Sans"/>
            </a:endParaRPr>
          </a:p>
          <a:p>
            <a:pPr marL="225425" indent="-212725">
              <a:lnSpc>
                <a:spcPct val="100000"/>
              </a:lnSpc>
              <a:spcBef>
                <a:spcPts val="1845"/>
              </a:spcBef>
              <a:buFont typeface="Times New Roman"/>
              <a:buChar char="•"/>
              <a:tabLst>
                <a:tab pos="225425" algn="l"/>
              </a:tabLst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Built</a:t>
            </a:r>
            <a:r>
              <a:rPr sz="1950" spc="4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with</a:t>
            </a:r>
            <a:r>
              <a:rPr sz="1950" spc="4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HTML,</a:t>
            </a:r>
            <a:endParaRPr sz="1950">
              <a:latin typeface="DM Sans"/>
              <a:cs typeface="DM Sans"/>
            </a:endParaRPr>
          </a:p>
          <a:p>
            <a:pPr marL="233045" marR="12065" algn="ctr">
              <a:lnSpc>
                <a:spcPct val="101499"/>
              </a:lnSpc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CSS,</a:t>
            </a:r>
            <a:r>
              <a:rPr sz="1950" spc="4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25" dirty="0">
                <a:solidFill>
                  <a:srgbClr val="FFFFFF"/>
                </a:solidFill>
                <a:latin typeface="DM Sans"/>
                <a:cs typeface="DM Sans"/>
              </a:rPr>
              <a:t>and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JavaScript</a:t>
            </a:r>
            <a:r>
              <a:rPr sz="1950" spc="-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for</a:t>
            </a:r>
            <a:r>
              <a:rPr sz="1950" spc="-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50" dirty="0">
                <a:solidFill>
                  <a:srgbClr val="FFFFFF"/>
                </a:solidFill>
                <a:latin typeface="DM Sans"/>
                <a:cs typeface="DM Sans"/>
              </a:rPr>
              <a:t>a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lightweight</a:t>
            </a:r>
            <a:r>
              <a:rPr sz="1950" spc="6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25" dirty="0">
                <a:solidFill>
                  <a:srgbClr val="FFFFFF"/>
                </a:solidFill>
                <a:latin typeface="DM Sans"/>
                <a:cs typeface="DM Sans"/>
              </a:rPr>
              <a:t>web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experience.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888159" y="3424211"/>
            <a:ext cx="1507490" cy="1498600"/>
          </a:xfrm>
          <a:custGeom>
            <a:avLst/>
            <a:gdLst/>
            <a:ahLst/>
            <a:cxnLst/>
            <a:rect l="l" t="t" r="r" b="b"/>
            <a:pathLst>
              <a:path w="1507490" h="1498600">
                <a:moveTo>
                  <a:pt x="1303629" y="1427403"/>
                </a:moveTo>
                <a:lnTo>
                  <a:pt x="1296771" y="1420558"/>
                </a:lnTo>
                <a:lnTo>
                  <a:pt x="1111110" y="1420558"/>
                </a:lnTo>
                <a:lnTo>
                  <a:pt x="1107414" y="1402270"/>
                </a:lnTo>
                <a:lnTo>
                  <a:pt x="1092581" y="1380286"/>
                </a:lnTo>
                <a:lnTo>
                  <a:pt x="1070597" y="1365453"/>
                </a:lnTo>
                <a:lnTo>
                  <a:pt x="1059040" y="1363116"/>
                </a:lnTo>
                <a:lnTo>
                  <a:pt x="1059040" y="1261592"/>
                </a:lnTo>
                <a:lnTo>
                  <a:pt x="1186180" y="1261592"/>
                </a:lnTo>
                <a:lnTo>
                  <a:pt x="1208824" y="1257007"/>
                </a:lnTo>
                <a:lnTo>
                  <a:pt x="1227328" y="1244511"/>
                </a:lnTo>
                <a:lnTo>
                  <a:pt x="1239824" y="1225994"/>
                </a:lnTo>
                <a:lnTo>
                  <a:pt x="1244409" y="1203337"/>
                </a:lnTo>
                <a:lnTo>
                  <a:pt x="1244409" y="1173937"/>
                </a:lnTo>
                <a:lnTo>
                  <a:pt x="1244409" y="1035621"/>
                </a:lnTo>
                <a:lnTo>
                  <a:pt x="1244409" y="499808"/>
                </a:lnTo>
                <a:lnTo>
                  <a:pt x="1239824" y="477177"/>
                </a:lnTo>
                <a:lnTo>
                  <a:pt x="1227328" y="458660"/>
                </a:lnTo>
                <a:lnTo>
                  <a:pt x="1208824" y="446163"/>
                </a:lnTo>
                <a:lnTo>
                  <a:pt x="1186180" y="441579"/>
                </a:lnTo>
                <a:lnTo>
                  <a:pt x="1149311" y="441579"/>
                </a:lnTo>
                <a:lnTo>
                  <a:pt x="1149311" y="552132"/>
                </a:lnTo>
                <a:lnTo>
                  <a:pt x="1149311" y="569074"/>
                </a:lnTo>
                <a:lnTo>
                  <a:pt x="1149311" y="944727"/>
                </a:lnTo>
                <a:lnTo>
                  <a:pt x="1142466" y="951572"/>
                </a:lnTo>
                <a:lnTo>
                  <a:pt x="1112862" y="951572"/>
                </a:lnTo>
                <a:lnTo>
                  <a:pt x="1112862" y="1104785"/>
                </a:lnTo>
                <a:lnTo>
                  <a:pt x="1107414" y="1131684"/>
                </a:lnTo>
                <a:lnTo>
                  <a:pt x="1092581" y="1153668"/>
                </a:lnTo>
                <a:lnTo>
                  <a:pt x="1070597" y="1168501"/>
                </a:lnTo>
                <a:lnTo>
                  <a:pt x="1043711" y="1173937"/>
                </a:lnTo>
                <a:lnTo>
                  <a:pt x="1016812" y="1168501"/>
                </a:lnTo>
                <a:lnTo>
                  <a:pt x="994829" y="1153668"/>
                </a:lnTo>
                <a:lnTo>
                  <a:pt x="979995" y="1131684"/>
                </a:lnTo>
                <a:lnTo>
                  <a:pt x="974559" y="1104785"/>
                </a:lnTo>
                <a:lnTo>
                  <a:pt x="979995" y="1077899"/>
                </a:lnTo>
                <a:lnTo>
                  <a:pt x="994829" y="1055903"/>
                </a:lnTo>
                <a:lnTo>
                  <a:pt x="1016812" y="1041069"/>
                </a:lnTo>
                <a:lnTo>
                  <a:pt x="1043711" y="1035621"/>
                </a:lnTo>
                <a:lnTo>
                  <a:pt x="1070597" y="1041069"/>
                </a:lnTo>
                <a:lnTo>
                  <a:pt x="1092581" y="1055903"/>
                </a:lnTo>
                <a:lnTo>
                  <a:pt x="1107414" y="1077899"/>
                </a:lnTo>
                <a:lnTo>
                  <a:pt x="1112862" y="1104785"/>
                </a:lnTo>
                <a:lnTo>
                  <a:pt x="1112862" y="951572"/>
                </a:lnTo>
                <a:lnTo>
                  <a:pt x="944968" y="951572"/>
                </a:lnTo>
                <a:lnTo>
                  <a:pt x="938110" y="944727"/>
                </a:lnTo>
                <a:lnTo>
                  <a:pt x="938110" y="927773"/>
                </a:lnTo>
                <a:lnTo>
                  <a:pt x="944968" y="920927"/>
                </a:lnTo>
                <a:lnTo>
                  <a:pt x="1142466" y="920927"/>
                </a:lnTo>
                <a:lnTo>
                  <a:pt x="1149311" y="927773"/>
                </a:lnTo>
                <a:lnTo>
                  <a:pt x="1149311" y="819505"/>
                </a:lnTo>
                <a:lnTo>
                  <a:pt x="1142466" y="826363"/>
                </a:lnTo>
                <a:lnTo>
                  <a:pt x="944968" y="826363"/>
                </a:lnTo>
                <a:lnTo>
                  <a:pt x="938110" y="819505"/>
                </a:lnTo>
                <a:lnTo>
                  <a:pt x="938110" y="802576"/>
                </a:lnTo>
                <a:lnTo>
                  <a:pt x="944968" y="795718"/>
                </a:lnTo>
                <a:lnTo>
                  <a:pt x="1142466" y="795718"/>
                </a:lnTo>
                <a:lnTo>
                  <a:pt x="1149311" y="802576"/>
                </a:lnTo>
                <a:lnTo>
                  <a:pt x="1149311" y="694283"/>
                </a:lnTo>
                <a:lnTo>
                  <a:pt x="1142466" y="701141"/>
                </a:lnTo>
                <a:lnTo>
                  <a:pt x="944968" y="701141"/>
                </a:lnTo>
                <a:lnTo>
                  <a:pt x="938110" y="694283"/>
                </a:lnTo>
                <a:lnTo>
                  <a:pt x="938110" y="677341"/>
                </a:lnTo>
                <a:lnTo>
                  <a:pt x="944968" y="670496"/>
                </a:lnTo>
                <a:lnTo>
                  <a:pt x="1142466" y="670496"/>
                </a:lnTo>
                <a:lnTo>
                  <a:pt x="1149311" y="677341"/>
                </a:lnTo>
                <a:lnTo>
                  <a:pt x="1149311" y="569074"/>
                </a:lnTo>
                <a:lnTo>
                  <a:pt x="1142466" y="575932"/>
                </a:lnTo>
                <a:lnTo>
                  <a:pt x="944968" y="575932"/>
                </a:lnTo>
                <a:lnTo>
                  <a:pt x="938110" y="569074"/>
                </a:lnTo>
                <a:lnTo>
                  <a:pt x="938110" y="552132"/>
                </a:lnTo>
                <a:lnTo>
                  <a:pt x="944968" y="545287"/>
                </a:lnTo>
                <a:lnTo>
                  <a:pt x="1142466" y="545287"/>
                </a:lnTo>
                <a:lnTo>
                  <a:pt x="1149311" y="552132"/>
                </a:lnTo>
                <a:lnTo>
                  <a:pt x="1149311" y="441579"/>
                </a:lnTo>
                <a:lnTo>
                  <a:pt x="901230" y="441579"/>
                </a:lnTo>
                <a:lnTo>
                  <a:pt x="878573" y="446163"/>
                </a:lnTo>
                <a:lnTo>
                  <a:pt x="860069" y="458660"/>
                </a:lnTo>
                <a:lnTo>
                  <a:pt x="847572" y="477177"/>
                </a:lnTo>
                <a:lnTo>
                  <a:pt x="843000" y="499808"/>
                </a:lnTo>
                <a:lnTo>
                  <a:pt x="843000" y="1203337"/>
                </a:lnTo>
                <a:lnTo>
                  <a:pt x="847572" y="1225994"/>
                </a:lnTo>
                <a:lnTo>
                  <a:pt x="860069" y="1244511"/>
                </a:lnTo>
                <a:lnTo>
                  <a:pt x="878573" y="1257007"/>
                </a:lnTo>
                <a:lnTo>
                  <a:pt x="901230" y="1261592"/>
                </a:lnTo>
                <a:lnTo>
                  <a:pt x="1028382" y="1261592"/>
                </a:lnTo>
                <a:lnTo>
                  <a:pt x="1028382" y="1363116"/>
                </a:lnTo>
                <a:lnTo>
                  <a:pt x="1016812" y="1365453"/>
                </a:lnTo>
                <a:lnTo>
                  <a:pt x="994816" y="1380286"/>
                </a:lnTo>
                <a:lnTo>
                  <a:pt x="979982" y="1402270"/>
                </a:lnTo>
                <a:lnTo>
                  <a:pt x="976274" y="1420558"/>
                </a:lnTo>
                <a:lnTo>
                  <a:pt x="530745" y="1420558"/>
                </a:lnTo>
                <a:lnTo>
                  <a:pt x="527050" y="1402270"/>
                </a:lnTo>
                <a:lnTo>
                  <a:pt x="512203" y="1380286"/>
                </a:lnTo>
                <a:lnTo>
                  <a:pt x="490220" y="1365453"/>
                </a:lnTo>
                <a:lnTo>
                  <a:pt x="478650" y="1363116"/>
                </a:lnTo>
                <a:lnTo>
                  <a:pt x="478650" y="1261592"/>
                </a:lnTo>
                <a:lnTo>
                  <a:pt x="605790" y="1261592"/>
                </a:lnTo>
                <a:lnTo>
                  <a:pt x="628446" y="1257007"/>
                </a:lnTo>
                <a:lnTo>
                  <a:pt x="646963" y="1244511"/>
                </a:lnTo>
                <a:lnTo>
                  <a:pt x="659460" y="1225994"/>
                </a:lnTo>
                <a:lnTo>
                  <a:pt x="664044" y="1203337"/>
                </a:lnTo>
                <a:lnTo>
                  <a:pt x="664044" y="1173937"/>
                </a:lnTo>
                <a:lnTo>
                  <a:pt x="664044" y="1035621"/>
                </a:lnTo>
                <a:lnTo>
                  <a:pt x="664044" y="499808"/>
                </a:lnTo>
                <a:lnTo>
                  <a:pt x="659460" y="477177"/>
                </a:lnTo>
                <a:lnTo>
                  <a:pt x="646963" y="458660"/>
                </a:lnTo>
                <a:lnTo>
                  <a:pt x="628446" y="446163"/>
                </a:lnTo>
                <a:lnTo>
                  <a:pt x="605790" y="441579"/>
                </a:lnTo>
                <a:lnTo>
                  <a:pt x="568934" y="441579"/>
                </a:lnTo>
                <a:lnTo>
                  <a:pt x="568934" y="552132"/>
                </a:lnTo>
                <a:lnTo>
                  <a:pt x="568934" y="569074"/>
                </a:lnTo>
                <a:lnTo>
                  <a:pt x="568934" y="944727"/>
                </a:lnTo>
                <a:lnTo>
                  <a:pt x="562076" y="951572"/>
                </a:lnTo>
                <a:lnTo>
                  <a:pt x="532485" y="951572"/>
                </a:lnTo>
                <a:lnTo>
                  <a:pt x="532485" y="1104785"/>
                </a:lnTo>
                <a:lnTo>
                  <a:pt x="527037" y="1131684"/>
                </a:lnTo>
                <a:lnTo>
                  <a:pt x="512203" y="1153668"/>
                </a:lnTo>
                <a:lnTo>
                  <a:pt x="490220" y="1168501"/>
                </a:lnTo>
                <a:lnTo>
                  <a:pt x="463321" y="1173937"/>
                </a:lnTo>
                <a:lnTo>
                  <a:pt x="436435" y="1168501"/>
                </a:lnTo>
                <a:lnTo>
                  <a:pt x="414451" y="1153668"/>
                </a:lnTo>
                <a:lnTo>
                  <a:pt x="399618" y="1131684"/>
                </a:lnTo>
                <a:lnTo>
                  <a:pt x="394169" y="1104785"/>
                </a:lnTo>
                <a:lnTo>
                  <a:pt x="399618" y="1077899"/>
                </a:lnTo>
                <a:lnTo>
                  <a:pt x="414451" y="1055903"/>
                </a:lnTo>
                <a:lnTo>
                  <a:pt x="436435" y="1041069"/>
                </a:lnTo>
                <a:lnTo>
                  <a:pt x="463321" y="1035621"/>
                </a:lnTo>
                <a:lnTo>
                  <a:pt x="490220" y="1041069"/>
                </a:lnTo>
                <a:lnTo>
                  <a:pt x="512203" y="1055903"/>
                </a:lnTo>
                <a:lnTo>
                  <a:pt x="527037" y="1077899"/>
                </a:lnTo>
                <a:lnTo>
                  <a:pt x="532485" y="1104785"/>
                </a:lnTo>
                <a:lnTo>
                  <a:pt x="532485" y="951572"/>
                </a:lnTo>
                <a:lnTo>
                  <a:pt x="364578" y="951572"/>
                </a:lnTo>
                <a:lnTo>
                  <a:pt x="357720" y="944727"/>
                </a:lnTo>
                <a:lnTo>
                  <a:pt x="357720" y="927773"/>
                </a:lnTo>
                <a:lnTo>
                  <a:pt x="364578" y="920927"/>
                </a:lnTo>
                <a:lnTo>
                  <a:pt x="562076" y="920927"/>
                </a:lnTo>
                <a:lnTo>
                  <a:pt x="568934" y="927773"/>
                </a:lnTo>
                <a:lnTo>
                  <a:pt x="568934" y="819505"/>
                </a:lnTo>
                <a:lnTo>
                  <a:pt x="562076" y="826363"/>
                </a:lnTo>
                <a:lnTo>
                  <a:pt x="364578" y="826363"/>
                </a:lnTo>
                <a:lnTo>
                  <a:pt x="357720" y="819505"/>
                </a:lnTo>
                <a:lnTo>
                  <a:pt x="357720" y="802576"/>
                </a:lnTo>
                <a:lnTo>
                  <a:pt x="364578" y="795718"/>
                </a:lnTo>
                <a:lnTo>
                  <a:pt x="562076" y="795718"/>
                </a:lnTo>
                <a:lnTo>
                  <a:pt x="568934" y="802576"/>
                </a:lnTo>
                <a:lnTo>
                  <a:pt x="568934" y="694283"/>
                </a:lnTo>
                <a:lnTo>
                  <a:pt x="562076" y="701141"/>
                </a:lnTo>
                <a:lnTo>
                  <a:pt x="364578" y="701141"/>
                </a:lnTo>
                <a:lnTo>
                  <a:pt x="357720" y="694283"/>
                </a:lnTo>
                <a:lnTo>
                  <a:pt x="357720" y="677341"/>
                </a:lnTo>
                <a:lnTo>
                  <a:pt x="364578" y="670496"/>
                </a:lnTo>
                <a:lnTo>
                  <a:pt x="562076" y="670496"/>
                </a:lnTo>
                <a:lnTo>
                  <a:pt x="568934" y="677341"/>
                </a:lnTo>
                <a:lnTo>
                  <a:pt x="568934" y="569074"/>
                </a:lnTo>
                <a:lnTo>
                  <a:pt x="562076" y="575932"/>
                </a:lnTo>
                <a:lnTo>
                  <a:pt x="364578" y="575932"/>
                </a:lnTo>
                <a:lnTo>
                  <a:pt x="357720" y="569074"/>
                </a:lnTo>
                <a:lnTo>
                  <a:pt x="357720" y="552132"/>
                </a:lnTo>
                <a:lnTo>
                  <a:pt x="364578" y="545287"/>
                </a:lnTo>
                <a:lnTo>
                  <a:pt x="562076" y="545287"/>
                </a:lnTo>
                <a:lnTo>
                  <a:pt x="568934" y="552132"/>
                </a:lnTo>
                <a:lnTo>
                  <a:pt x="568934" y="441579"/>
                </a:lnTo>
                <a:lnTo>
                  <a:pt x="320852" y="441579"/>
                </a:lnTo>
                <a:lnTo>
                  <a:pt x="298208" y="446163"/>
                </a:lnTo>
                <a:lnTo>
                  <a:pt x="279692" y="458660"/>
                </a:lnTo>
                <a:lnTo>
                  <a:pt x="267195" y="477177"/>
                </a:lnTo>
                <a:lnTo>
                  <a:pt x="262610" y="499808"/>
                </a:lnTo>
                <a:lnTo>
                  <a:pt x="262610" y="1203337"/>
                </a:lnTo>
                <a:lnTo>
                  <a:pt x="267195" y="1225994"/>
                </a:lnTo>
                <a:lnTo>
                  <a:pt x="279692" y="1244511"/>
                </a:lnTo>
                <a:lnTo>
                  <a:pt x="298208" y="1257007"/>
                </a:lnTo>
                <a:lnTo>
                  <a:pt x="320852" y="1261592"/>
                </a:lnTo>
                <a:lnTo>
                  <a:pt x="447992" y="1261592"/>
                </a:lnTo>
                <a:lnTo>
                  <a:pt x="447992" y="1363116"/>
                </a:lnTo>
                <a:lnTo>
                  <a:pt x="436422" y="1365453"/>
                </a:lnTo>
                <a:lnTo>
                  <a:pt x="414439" y="1380286"/>
                </a:lnTo>
                <a:lnTo>
                  <a:pt x="399605" y="1402270"/>
                </a:lnTo>
                <a:lnTo>
                  <a:pt x="395897" y="1420558"/>
                </a:lnTo>
                <a:lnTo>
                  <a:pt x="210235" y="1420558"/>
                </a:lnTo>
                <a:lnTo>
                  <a:pt x="203377" y="1427403"/>
                </a:lnTo>
                <a:lnTo>
                  <a:pt x="203377" y="1444345"/>
                </a:lnTo>
                <a:lnTo>
                  <a:pt x="210235" y="1451203"/>
                </a:lnTo>
                <a:lnTo>
                  <a:pt x="398614" y="1451203"/>
                </a:lnTo>
                <a:lnTo>
                  <a:pt x="399605" y="1456055"/>
                </a:lnTo>
                <a:lnTo>
                  <a:pt x="414439" y="1478038"/>
                </a:lnTo>
                <a:lnTo>
                  <a:pt x="436422" y="1492872"/>
                </a:lnTo>
                <a:lnTo>
                  <a:pt x="463321" y="1498320"/>
                </a:lnTo>
                <a:lnTo>
                  <a:pt x="490220" y="1492872"/>
                </a:lnTo>
                <a:lnTo>
                  <a:pt x="512203" y="1478038"/>
                </a:lnTo>
                <a:lnTo>
                  <a:pt x="527050" y="1456055"/>
                </a:lnTo>
                <a:lnTo>
                  <a:pt x="528027" y="1451203"/>
                </a:lnTo>
                <a:lnTo>
                  <a:pt x="978992" y="1451203"/>
                </a:lnTo>
                <a:lnTo>
                  <a:pt x="979982" y="1456055"/>
                </a:lnTo>
                <a:lnTo>
                  <a:pt x="994816" y="1478038"/>
                </a:lnTo>
                <a:lnTo>
                  <a:pt x="1016812" y="1492872"/>
                </a:lnTo>
                <a:lnTo>
                  <a:pt x="1043711" y="1498320"/>
                </a:lnTo>
                <a:lnTo>
                  <a:pt x="1070597" y="1492872"/>
                </a:lnTo>
                <a:lnTo>
                  <a:pt x="1092581" y="1478038"/>
                </a:lnTo>
                <a:lnTo>
                  <a:pt x="1107414" y="1456055"/>
                </a:lnTo>
                <a:lnTo>
                  <a:pt x="1108392" y="1451203"/>
                </a:lnTo>
                <a:lnTo>
                  <a:pt x="1288300" y="1451203"/>
                </a:lnTo>
                <a:lnTo>
                  <a:pt x="1296771" y="1451203"/>
                </a:lnTo>
                <a:lnTo>
                  <a:pt x="1303629" y="1444345"/>
                </a:lnTo>
                <a:lnTo>
                  <a:pt x="1303629" y="1427403"/>
                </a:lnTo>
                <a:close/>
              </a:path>
              <a:path w="1507490" h="1498600">
                <a:moveTo>
                  <a:pt x="1507121" y="626211"/>
                </a:moveTo>
                <a:lnTo>
                  <a:pt x="1502714" y="578573"/>
                </a:lnTo>
                <a:lnTo>
                  <a:pt x="1489303" y="533374"/>
                </a:lnTo>
                <a:lnTo>
                  <a:pt x="1467332" y="491680"/>
                </a:lnTo>
                <a:lnTo>
                  <a:pt x="1437233" y="454558"/>
                </a:lnTo>
                <a:lnTo>
                  <a:pt x="1400340" y="424002"/>
                </a:lnTo>
                <a:lnTo>
                  <a:pt x="1358887" y="401612"/>
                </a:lnTo>
                <a:lnTo>
                  <a:pt x="1313916" y="387845"/>
                </a:lnTo>
                <a:lnTo>
                  <a:pt x="1266507" y="383146"/>
                </a:lnTo>
                <a:lnTo>
                  <a:pt x="1260068" y="383146"/>
                </a:lnTo>
                <a:lnTo>
                  <a:pt x="1261300" y="369354"/>
                </a:lnTo>
                <a:lnTo>
                  <a:pt x="1261300" y="362610"/>
                </a:lnTo>
                <a:lnTo>
                  <a:pt x="1255953" y="313677"/>
                </a:lnTo>
                <a:lnTo>
                  <a:pt x="1240434" y="268325"/>
                </a:lnTo>
                <a:lnTo>
                  <a:pt x="1215948" y="227812"/>
                </a:lnTo>
                <a:lnTo>
                  <a:pt x="1183716" y="193421"/>
                </a:lnTo>
                <a:lnTo>
                  <a:pt x="1144943" y="166382"/>
                </a:lnTo>
                <a:lnTo>
                  <a:pt x="1100823" y="147980"/>
                </a:lnTo>
                <a:lnTo>
                  <a:pt x="1052563" y="139458"/>
                </a:lnTo>
                <a:lnTo>
                  <a:pt x="1027099" y="99783"/>
                </a:lnTo>
                <a:lnTo>
                  <a:pt x="995210" y="65773"/>
                </a:lnTo>
                <a:lnTo>
                  <a:pt x="957935" y="38125"/>
                </a:lnTo>
                <a:lnTo>
                  <a:pt x="916317" y="17487"/>
                </a:lnTo>
                <a:lnTo>
                  <a:pt x="871397" y="4559"/>
                </a:lnTo>
                <a:lnTo>
                  <a:pt x="823290" y="0"/>
                </a:lnTo>
                <a:lnTo>
                  <a:pt x="771613" y="5143"/>
                </a:lnTo>
                <a:lnTo>
                  <a:pt x="723087" y="20015"/>
                </a:lnTo>
                <a:lnTo>
                  <a:pt x="678891" y="43751"/>
                </a:lnTo>
                <a:lnTo>
                  <a:pt x="640181" y="75514"/>
                </a:lnTo>
                <a:lnTo>
                  <a:pt x="608126" y="114439"/>
                </a:lnTo>
                <a:lnTo>
                  <a:pt x="583907" y="159689"/>
                </a:lnTo>
                <a:lnTo>
                  <a:pt x="561809" y="150787"/>
                </a:lnTo>
                <a:lnTo>
                  <a:pt x="538848" y="144322"/>
                </a:lnTo>
                <a:lnTo>
                  <a:pt x="515200" y="140335"/>
                </a:lnTo>
                <a:lnTo>
                  <a:pt x="490105" y="138849"/>
                </a:lnTo>
                <a:lnTo>
                  <a:pt x="443191" y="143827"/>
                </a:lnTo>
                <a:lnTo>
                  <a:pt x="399567" y="158064"/>
                </a:lnTo>
                <a:lnTo>
                  <a:pt x="360349" y="180568"/>
                </a:lnTo>
                <a:lnTo>
                  <a:pt x="326593" y="210312"/>
                </a:lnTo>
                <a:lnTo>
                  <a:pt x="299415" y="246291"/>
                </a:lnTo>
                <a:lnTo>
                  <a:pt x="279895" y="287477"/>
                </a:lnTo>
                <a:lnTo>
                  <a:pt x="269113" y="332867"/>
                </a:lnTo>
                <a:lnTo>
                  <a:pt x="266661" y="332867"/>
                </a:lnTo>
                <a:lnTo>
                  <a:pt x="214553" y="337959"/>
                </a:lnTo>
                <a:lnTo>
                  <a:pt x="165138" y="352869"/>
                </a:lnTo>
                <a:lnTo>
                  <a:pt x="119519" y="377101"/>
                </a:lnTo>
                <a:lnTo>
                  <a:pt x="78778" y="410108"/>
                </a:lnTo>
                <a:lnTo>
                  <a:pt x="45173" y="450735"/>
                </a:lnTo>
                <a:lnTo>
                  <a:pt x="20535" y="496443"/>
                </a:lnTo>
                <a:lnTo>
                  <a:pt x="5334" y="546100"/>
                </a:lnTo>
                <a:lnTo>
                  <a:pt x="0" y="598614"/>
                </a:lnTo>
                <a:lnTo>
                  <a:pt x="4737" y="651052"/>
                </a:lnTo>
                <a:lnTo>
                  <a:pt x="19507" y="700874"/>
                </a:lnTo>
                <a:lnTo>
                  <a:pt x="43751" y="746848"/>
                </a:lnTo>
                <a:lnTo>
                  <a:pt x="76936" y="787742"/>
                </a:lnTo>
                <a:lnTo>
                  <a:pt x="110782" y="816660"/>
                </a:lnTo>
                <a:lnTo>
                  <a:pt x="148386" y="839304"/>
                </a:lnTo>
                <a:lnTo>
                  <a:pt x="189052" y="855408"/>
                </a:lnTo>
                <a:lnTo>
                  <a:pt x="232029" y="864666"/>
                </a:lnTo>
                <a:lnTo>
                  <a:pt x="232029" y="499922"/>
                </a:lnTo>
                <a:lnTo>
                  <a:pt x="239026" y="465340"/>
                </a:lnTo>
                <a:lnTo>
                  <a:pt x="258089" y="437083"/>
                </a:lnTo>
                <a:lnTo>
                  <a:pt x="286334" y="418033"/>
                </a:lnTo>
                <a:lnTo>
                  <a:pt x="320916" y="411035"/>
                </a:lnTo>
                <a:lnTo>
                  <a:pt x="605663" y="411035"/>
                </a:lnTo>
                <a:lnTo>
                  <a:pt x="640245" y="418033"/>
                </a:lnTo>
                <a:lnTo>
                  <a:pt x="668502" y="437083"/>
                </a:lnTo>
                <a:lnTo>
                  <a:pt x="687565" y="465340"/>
                </a:lnTo>
                <a:lnTo>
                  <a:pt x="694550" y="499922"/>
                </a:lnTo>
                <a:lnTo>
                  <a:pt x="694550" y="866813"/>
                </a:lnTo>
                <a:lnTo>
                  <a:pt x="812253" y="866813"/>
                </a:lnTo>
                <a:lnTo>
                  <a:pt x="812253" y="499922"/>
                </a:lnTo>
                <a:lnTo>
                  <a:pt x="819251" y="465340"/>
                </a:lnTo>
                <a:lnTo>
                  <a:pt x="838314" y="437083"/>
                </a:lnTo>
                <a:lnTo>
                  <a:pt x="866571" y="418033"/>
                </a:lnTo>
                <a:lnTo>
                  <a:pt x="901141" y="411035"/>
                </a:lnTo>
                <a:lnTo>
                  <a:pt x="1186192" y="411035"/>
                </a:lnTo>
                <a:lnTo>
                  <a:pt x="1220774" y="418033"/>
                </a:lnTo>
                <a:lnTo>
                  <a:pt x="1249045" y="437083"/>
                </a:lnTo>
                <a:lnTo>
                  <a:pt x="1268107" y="465340"/>
                </a:lnTo>
                <a:lnTo>
                  <a:pt x="1275092" y="499922"/>
                </a:lnTo>
                <a:lnTo>
                  <a:pt x="1275092" y="866203"/>
                </a:lnTo>
                <a:lnTo>
                  <a:pt x="1319542" y="860590"/>
                </a:lnTo>
                <a:lnTo>
                  <a:pt x="1361681" y="846848"/>
                </a:lnTo>
                <a:lnTo>
                  <a:pt x="1400606" y="825474"/>
                </a:lnTo>
                <a:lnTo>
                  <a:pt x="1435392" y="796937"/>
                </a:lnTo>
                <a:lnTo>
                  <a:pt x="1465961" y="760222"/>
                </a:lnTo>
                <a:lnTo>
                  <a:pt x="1488389" y="718820"/>
                </a:lnTo>
                <a:lnTo>
                  <a:pt x="1502257" y="673785"/>
                </a:lnTo>
                <a:lnTo>
                  <a:pt x="1507121" y="626211"/>
                </a:lnTo>
                <a:close/>
              </a:path>
            </a:pathLst>
          </a:custGeom>
          <a:solidFill>
            <a:srgbClr val="2DC2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640390" y="3424211"/>
            <a:ext cx="1337945" cy="1498600"/>
          </a:xfrm>
          <a:custGeom>
            <a:avLst/>
            <a:gdLst/>
            <a:ahLst/>
            <a:cxnLst/>
            <a:rect l="l" t="t" r="r" b="b"/>
            <a:pathLst>
              <a:path w="1337945" h="1498600">
                <a:moveTo>
                  <a:pt x="940536" y="852855"/>
                </a:moveTo>
                <a:lnTo>
                  <a:pt x="938898" y="842264"/>
                </a:lnTo>
                <a:lnTo>
                  <a:pt x="934085" y="833005"/>
                </a:lnTo>
                <a:lnTo>
                  <a:pt x="926579" y="825741"/>
                </a:lnTo>
                <a:lnTo>
                  <a:pt x="916901" y="821156"/>
                </a:lnTo>
                <a:lnTo>
                  <a:pt x="853262" y="821156"/>
                </a:lnTo>
                <a:lnTo>
                  <a:pt x="853262" y="904557"/>
                </a:lnTo>
                <a:lnTo>
                  <a:pt x="851204" y="914869"/>
                </a:lnTo>
                <a:lnTo>
                  <a:pt x="845578" y="923328"/>
                </a:lnTo>
                <a:lnTo>
                  <a:pt x="837196" y="929068"/>
                </a:lnTo>
                <a:lnTo>
                  <a:pt x="826909" y="931278"/>
                </a:lnTo>
                <a:lnTo>
                  <a:pt x="816635" y="929068"/>
                </a:lnTo>
                <a:lnTo>
                  <a:pt x="808266" y="923328"/>
                </a:lnTo>
                <a:lnTo>
                  <a:pt x="802640" y="914869"/>
                </a:lnTo>
                <a:lnTo>
                  <a:pt x="800569" y="904557"/>
                </a:lnTo>
                <a:lnTo>
                  <a:pt x="802627" y="894270"/>
                </a:lnTo>
                <a:lnTo>
                  <a:pt x="808240" y="885825"/>
                </a:lnTo>
                <a:lnTo>
                  <a:pt x="816597" y="880071"/>
                </a:lnTo>
                <a:lnTo>
                  <a:pt x="826909" y="877836"/>
                </a:lnTo>
                <a:lnTo>
                  <a:pt x="837234" y="880071"/>
                </a:lnTo>
                <a:lnTo>
                  <a:pt x="845591" y="885825"/>
                </a:lnTo>
                <a:lnTo>
                  <a:pt x="851204" y="894270"/>
                </a:lnTo>
                <a:lnTo>
                  <a:pt x="853262" y="904557"/>
                </a:lnTo>
                <a:lnTo>
                  <a:pt x="853262" y="821156"/>
                </a:lnTo>
                <a:lnTo>
                  <a:pt x="537286" y="821156"/>
                </a:lnTo>
                <a:lnTo>
                  <a:pt x="537286" y="904557"/>
                </a:lnTo>
                <a:lnTo>
                  <a:pt x="535228" y="914869"/>
                </a:lnTo>
                <a:lnTo>
                  <a:pt x="529577" y="923328"/>
                </a:lnTo>
                <a:lnTo>
                  <a:pt x="521169" y="929068"/>
                </a:lnTo>
                <a:lnTo>
                  <a:pt x="511035" y="931278"/>
                </a:lnTo>
                <a:lnTo>
                  <a:pt x="500913" y="929068"/>
                </a:lnTo>
                <a:lnTo>
                  <a:pt x="492493" y="923328"/>
                </a:lnTo>
                <a:lnTo>
                  <a:pt x="486854" y="914869"/>
                </a:lnTo>
                <a:lnTo>
                  <a:pt x="484784" y="904557"/>
                </a:lnTo>
                <a:lnTo>
                  <a:pt x="486841" y="894270"/>
                </a:lnTo>
                <a:lnTo>
                  <a:pt x="492442" y="885825"/>
                </a:lnTo>
                <a:lnTo>
                  <a:pt x="500786" y="880071"/>
                </a:lnTo>
                <a:lnTo>
                  <a:pt x="511035" y="877836"/>
                </a:lnTo>
                <a:lnTo>
                  <a:pt x="521284" y="880071"/>
                </a:lnTo>
                <a:lnTo>
                  <a:pt x="529628" y="885825"/>
                </a:lnTo>
                <a:lnTo>
                  <a:pt x="535241" y="894270"/>
                </a:lnTo>
                <a:lnTo>
                  <a:pt x="537286" y="904557"/>
                </a:lnTo>
                <a:lnTo>
                  <a:pt x="537286" y="821156"/>
                </a:lnTo>
                <a:lnTo>
                  <a:pt x="422122" y="821156"/>
                </a:lnTo>
                <a:lnTo>
                  <a:pt x="412457" y="825741"/>
                </a:lnTo>
                <a:lnTo>
                  <a:pt x="404952" y="833005"/>
                </a:lnTo>
                <a:lnTo>
                  <a:pt x="400126" y="842264"/>
                </a:lnTo>
                <a:lnTo>
                  <a:pt x="398487" y="852855"/>
                </a:lnTo>
                <a:lnTo>
                  <a:pt x="398487" y="956805"/>
                </a:lnTo>
                <a:lnTo>
                  <a:pt x="401218" y="969810"/>
                </a:lnTo>
                <a:lnTo>
                  <a:pt x="408432" y="980440"/>
                </a:lnTo>
                <a:lnTo>
                  <a:pt x="419061" y="987640"/>
                </a:lnTo>
                <a:lnTo>
                  <a:pt x="432054" y="990384"/>
                </a:lnTo>
                <a:lnTo>
                  <a:pt x="896213" y="990384"/>
                </a:lnTo>
                <a:lnTo>
                  <a:pt x="938237" y="969086"/>
                </a:lnTo>
                <a:lnTo>
                  <a:pt x="940536" y="956805"/>
                </a:lnTo>
                <a:lnTo>
                  <a:pt x="940536" y="931278"/>
                </a:lnTo>
                <a:lnTo>
                  <a:pt x="940536" y="877836"/>
                </a:lnTo>
                <a:lnTo>
                  <a:pt x="940536" y="852855"/>
                </a:lnTo>
                <a:close/>
              </a:path>
              <a:path w="1337945" h="1498600">
                <a:moveTo>
                  <a:pt x="940536" y="641184"/>
                </a:moveTo>
                <a:lnTo>
                  <a:pt x="937856" y="628142"/>
                </a:lnTo>
                <a:lnTo>
                  <a:pt x="930656" y="617499"/>
                </a:lnTo>
                <a:lnTo>
                  <a:pt x="920000" y="610298"/>
                </a:lnTo>
                <a:lnTo>
                  <a:pt x="906957" y="607606"/>
                </a:lnTo>
                <a:lnTo>
                  <a:pt x="853262" y="607606"/>
                </a:lnTo>
                <a:lnTo>
                  <a:pt x="853262" y="693166"/>
                </a:lnTo>
                <a:lnTo>
                  <a:pt x="851204" y="703478"/>
                </a:lnTo>
                <a:lnTo>
                  <a:pt x="845578" y="711923"/>
                </a:lnTo>
                <a:lnTo>
                  <a:pt x="837196" y="717677"/>
                </a:lnTo>
                <a:lnTo>
                  <a:pt x="826909" y="719886"/>
                </a:lnTo>
                <a:lnTo>
                  <a:pt x="816635" y="717677"/>
                </a:lnTo>
                <a:lnTo>
                  <a:pt x="808266" y="711923"/>
                </a:lnTo>
                <a:lnTo>
                  <a:pt x="802640" y="703478"/>
                </a:lnTo>
                <a:lnTo>
                  <a:pt x="800569" y="693166"/>
                </a:lnTo>
                <a:lnTo>
                  <a:pt x="802627" y="682879"/>
                </a:lnTo>
                <a:lnTo>
                  <a:pt x="808240" y="674433"/>
                </a:lnTo>
                <a:lnTo>
                  <a:pt x="816597" y="668667"/>
                </a:lnTo>
                <a:lnTo>
                  <a:pt x="826909" y="666432"/>
                </a:lnTo>
                <a:lnTo>
                  <a:pt x="837234" y="668667"/>
                </a:lnTo>
                <a:lnTo>
                  <a:pt x="845591" y="674433"/>
                </a:lnTo>
                <a:lnTo>
                  <a:pt x="851204" y="682879"/>
                </a:lnTo>
                <a:lnTo>
                  <a:pt x="853262" y="693166"/>
                </a:lnTo>
                <a:lnTo>
                  <a:pt x="853262" y="607606"/>
                </a:lnTo>
                <a:lnTo>
                  <a:pt x="537286" y="607606"/>
                </a:lnTo>
                <a:lnTo>
                  <a:pt x="537286" y="693166"/>
                </a:lnTo>
                <a:lnTo>
                  <a:pt x="535228" y="703478"/>
                </a:lnTo>
                <a:lnTo>
                  <a:pt x="529577" y="711923"/>
                </a:lnTo>
                <a:lnTo>
                  <a:pt x="521169" y="717677"/>
                </a:lnTo>
                <a:lnTo>
                  <a:pt x="511035" y="719886"/>
                </a:lnTo>
                <a:lnTo>
                  <a:pt x="500913" y="717677"/>
                </a:lnTo>
                <a:lnTo>
                  <a:pt x="492493" y="711923"/>
                </a:lnTo>
                <a:lnTo>
                  <a:pt x="486854" y="703478"/>
                </a:lnTo>
                <a:lnTo>
                  <a:pt x="484784" y="693166"/>
                </a:lnTo>
                <a:lnTo>
                  <a:pt x="486841" y="682879"/>
                </a:lnTo>
                <a:lnTo>
                  <a:pt x="492442" y="674433"/>
                </a:lnTo>
                <a:lnTo>
                  <a:pt x="500786" y="668667"/>
                </a:lnTo>
                <a:lnTo>
                  <a:pt x="511035" y="666432"/>
                </a:lnTo>
                <a:lnTo>
                  <a:pt x="521284" y="668667"/>
                </a:lnTo>
                <a:lnTo>
                  <a:pt x="529628" y="674433"/>
                </a:lnTo>
                <a:lnTo>
                  <a:pt x="535241" y="682879"/>
                </a:lnTo>
                <a:lnTo>
                  <a:pt x="537286" y="693166"/>
                </a:lnTo>
                <a:lnTo>
                  <a:pt x="537286" y="607606"/>
                </a:lnTo>
                <a:lnTo>
                  <a:pt x="432054" y="607606"/>
                </a:lnTo>
                <a:lnTo>
                  <a:pt x="419023" y="610298"/>
                </a:lnTo>
                <a:lnTo>
                  <a:pt x="408381" y="617499"/>
                </a:lnTo>
                <a:lnTo>
                  <a:pt x="401180" y="628142"/>
                </a:lnTo>
                <a:lnTo>
                  <a:pt x="398487" y="641184"/>
                </a:lnTo>
                <a:lnTo>
                  <a:pt x="398487" y="745413"/>
                </a:lnTo>
                <a:lnTo>
                  <a:pt x="401129" y="758482"/>
                </a:lnTo>
                <a:lnTo>
                  <a:pt x="408330" y="769150"/>
                </a:lnTo>
                <a:lnTo>
                  <a:pt x="418998" y="776338"/>
                </a:lnTo>
                <a:lnTo>
                  <a:pt x="432054" y="778979"/>
                </a:lnTo>
                <a:lnTo>
                  <a:pt x="906957" y="778979"/>
                </a:lnTo>
                <a:lnTo>
                  <a:pt x="920026" y="776338"/>
                </a:lnTo>
                <a:lnTo>
                  <a:pt x="930706" y="769150"/>
                </a:lnTo>
                <a:lnTo>
                  <a:pt x="937895" y="758482"/>
                </a:lnTo>
                <a:lnTo>
                  <a:pt x="940536" y="745413"/>
                </a:lnTo>
                <a:lnTo>
                  <a:pt x="940536" y="719886"/>
                </a:lnTo>
                <a:lnTo>
                  <a:pt x="940536" y="666432"/>
                </a:lnTo>
                <a:lnTo>
                  <a:pt x="940536" y="641184"/>
                </a:lnTo>
                <a:close/>
              </a:path>
              <a:path w="1337945" h="1498600">
                <a:moveTo>
                  <a:pt x="1286573" y="1399921"/>
                </a:moveTo>
                <a:lnTo>
                  <a:pt x="1281391" y="1382547"/>
                </a:lnTo>
                <a:lnTo>
                  <a:pt x="1277162" y="1368361"/>
                </a:lnTo>
                <a:lnTo>
                  <a:pt x="1257668" y="1343075"/>
                </a:lnTo>
                <a:lnTo>
                  <a:pt x="1230503" y="1326299"/>
                </a:lnTo>
                <a:lnTo>
                  <a:pt x="1198143" y="1320228"/>
                </a:lnTo>
                <a:lnTo>
                  <a:pt x="1170178" y="1324876"/>
                </a:lnTo>
                <a:lnTo>
                  <a:pt x="1145603" y="1337627"/>
                </a:lnTo>
                <a:lnTo>
                  <a:pt x="1126058" y="1357261"/>
                </a:lnTo>
                <a:lnTo>
                  <a:pt x="1113256" y="1382547"/>
                </a:lnTo>
                <a:lnTo>
                  <a:pt x="756285" y="1382547"/>
                </a:lnTo>
                <a:lnTo>
                  <a:pt x="752703" y="1371536"/>
                </a:lnTo>
                <a:lnTo>
                  <a:pt x="748449" y="1358404"/>
                </a:lnTo>
                <a:lnTo>
                  <a:pt x="734390" y="1337868"/>
                </a:lnTo>
                <a:lnTo>
                  <a:pt x="715162" y="1322082"/>
                </a:lnTo>
                <a:lnTo>
                  <a:pt x="691819" y="1312176"/>
                </a:lnTo>
                <a:lnTo>
                  <a:pt x="691349" y="1219555"/>
                </a:lnTo>
                <a:lnTo>
                  <a:pt x="691273" y="1201508"/>
                </a:lnTo>
                <a:lnTo>
                  <a:pt x="906437" y="1201508"/>
                </a:lnTo>
                <a:lnTo>
                  <a:pt x="919492" y="1198867"/>
                </a:lnTo>
                <a:lnTo>
                  <a:pt x="930173" y="1191666"/>
                </a:lnTo>
                <a:lnTo>
                  <a:pt x="937361" y="1180998"/>
                </a:lnTo>
                <a:lnTo>
                  <a:pt x="940015" y="1167930"/>
                </a:lnTo>
                <a:lnTo>
                  <a:pt x="940015" y="1142949"/>
                </a:lnTo>
                <a:lnTo>
                  <a:pt x="940015" y="1089228"/>
                </a:lnTo>
                <a:lnTo>
                  <a:pt x="940015" y="1063713"/>
                </a:lnTo>
                <a:lnTo>
                  <a:pt x="937361" y="1050645"/>
                </a:lnTo>
                <a:lnTo>
                  <a:pt x="930173" y="1039977"/>
                </a:lnTo>
                <a:lnTo>
                  <a:pt x="919492" y="1032776"/>
                </a:lnTo>
                <a:lnTo>
                  <a:pt x="906754" y="1030198"/>
                </a:lnTo>
                <a:lnTo>
                  <a:pt x="853122" y="1030198"/>
                </a:lnTo>
                <a:lnTo>
                  <a:pt x="853122" y="1116088"/>
                </a:lnTo>
                <a:lnTo>
                  <a:pt x="851077" y="1126388"/>
                </a:lnTo>
                <a:lnTo>
                  <a:pt x="845489" y="1134846"/>
                </a:lnTo>
                <a:lnTo>
                  <a:pt x="837158" y="1140650"/>
                </a:lnTo>
                <a:lnTo>
                  <a:pt x="826922" y="1142949"/>
                </a:lnTo>
                <a:lnTo>
                  <a:pt x="816673" y="1140650"/>
                </a:lnTo>
                <a:lnTo>
                  <a:pt x="808355" y="1134846"/>
                </a:lnTo>
                <a:lnTo>
                  <a:pt x="802767" y="1126388"/>
                </a:lnTo>
                <a:lnTo>
                  <a:pt x="800735" y="1116088"/>
                </a:lnTo>
                <a:lnTo>
                  <a:pt x="802767" y="1105789"/>
                </a:lnTo>
                <a:lnTo>
                  <a:pt x="808355" y="1097330"/>
                </a:lnTo>
                <a:lnTo>
                  <a:pt x="816673" y="1091526"/>
                </a:lnTo>
                <a:lnTo>
                  <a:pt x="826922" y="1089228"/>
                </a:lnTo>
                <a:lnTo>
                  <a:pt x="837158" y="1091526"/>
                </a:lnTo>
                <a:lnTo>
                  <a:pt x="845489" y="1097330"/>
                </a:lnTo>
                <a:lnTo>
                  <a:pt x="851077" y="1105789"/>
                </a:lnTo>
                <a:lnTo>
                  <a:pt x="853122" y="1116088"/>
                </a:lnTo>
                <a:lnTo>
                  <a:pt x="853122" y="1030198"/>
                </a:lnTo>
                <a:lnTo>
                  <a:pt x="537235" y="1030198"/>
                </a:lnTo>
                <a:lnTo>
                  <a:pt x="537235" y="1116088"/>
                </a:lnTo>
                <a:lnTo>
                  <a:pt x="535190" y="1126388"/>
                </a:lnTo>
                <a:lnTo>
                  <a:pt x="529602" y="1134846"/>
                </a:lnTo>
                <a:lnTo>
                  <a:pt x="521284" y="1140650"/>
                </a:lnTo>
                <a:lnTo>
                  <a:pt x="511048" y="1142949"/>
                </a:lnTo>
                <a:lnTo>
                  <a:pt x="500799" y="1140650"/>
                </a:lnTo>
                <a:lnTo>
                  <a:pt x="492480" y="1134846"/>
                </a:lnTo>
                <a:lnTo>
                  <a:pt x="486879" y="1126388"/>
                </a:lnTo>
                <a:lnTo>
                  <a:pt x="484847" y="1116088"/>
                </a:lnTo>
                <a:lnTo>
                  <a:pt x="486879" y="1105789"/>
                </a:lnTo>
                <a:lnTo>
                  <a:pt x="492480" y="1097330"/>
                </a:lnTo>
                <a:lnTo>
                  <a:pt x="500799" y="1091526"/>
                </a:lnTo>
                <a:lnTo>
                  <a:pt x="511048" y="1089228"/>
                </a:lnTo>
                <a:lnTo>
                  <a:pt x="521284" y="1091526"/>
                </a:lnTo>
                <a:lnTo>
                  <a:pt x="529602" y="1097330"/>
                </a:lnTo>
                <a:lnTo>
                  <a:pt x="535190" y="1105789"/>
                </a:lnTo>
                <a:lnTo>
                  <a:pt x="537235" y="1116088"/>
                </a:lnTo>
                <a:lnTo>
                  <a:pt x="537235" y="1030198"/>
                </a:lnTo>
                <a:lnTo>
                  <a:pt x="445757" y="1030198"/>
                </a:lnTo>
                <a:lnTo>
                  <a:pt x="428840" y="1030401"/>
                </a:lnTo>
                <a:lnTo>
                  <a:pt x="416636" y="1033665"/>
                </a:lnTo>
                <a:lnTo>
                  <a:pt x="406819" y="1040955"/>
                </a:lnTo>
                <a:lnTo>
                  <a:pt x="400291" y="1051293"/>
                </a:lnTo>
                <a:lnTo>
                  <a:pt x="397954" y="1063713"/>
                </a:lnTo>
                <a:lnTo>
                  <a:pt x="397954" y="1167930"/>
                </a:lnTo>
                <a:lnTo>
                  <a:pt x="400596" y="1180998"/>
                </a:lnTo>
                <a:lnTo>
                  <a:pt x="407784" y="1191666"/>
                </a:lnTo>
                <a:lnTo>
                  <a:pt x="418465" y="1198867"/>
                </a:lnTo>
                <a:lnTo>
                  <a:pt x="431533" y="1201508"/>
                </a:lnTo>
                <a:lnTo>
                  <a:pt x="638365" y="1201508"/>
                </a:lnTo>
                <a:lnTo>
                  <a:pt x="638327" y="1215936"/>
                </a:lnTo>
                <a:lnTo>
                  <a:pt x="638225" y="1258481"/>
                </a:lnTo>
                <a:lnTo>
                  <a:pt x="638136" y="1297254"/>
                </a:lnTo>
                <a:lnTo>
                  <a:pt x="638098" y="1314856"/>
                </a:lnTo>
                <a:lnTo>
                  <a:pt x="619798" y="1323924"/>
                </a:lnTo>
                <a:lnTo>
                  <a:pt x="604278" y="1336789"/>
                </a:lnTo>
                <a:lnTo>
                  <a:pt x="592099" y="1352854"/>
                </a:lnTo>
                <a:lnTo>
                  <a:pt x="583844" y="1371536"/>
                </a:lnTo>
                <a:lnTo>
                  <a:pt x="220141" y="1371536"/>
                </a:lnTo>
                <a:lnTo>
                  <a:pt x="201714" y="1345615"/>
                </a:lnTo>
                <a:lnTo>
                  <a:pt x="176187" y="1328216"/>
                </a:lnTo>
                <a:lnTo>
                  <a:pt x="146265" y="1320571"/>
                </a:lnTo>
                <a:lnTo>
                  <a:pt x="114261" y="1323924"/>
                </a:lnTo>
                <a:lnTo>
                  <a:pt x="114554" y="1323924"/>
                </a:lnTo>
                <a:lnTo>
                  <a:pt x="86182" y="1338097"/>
                </a:lnTo>
                <a:lnTo>
                  <a:pt x="65062" y="1360639"/>
                </a:lnTo>
                <a:lnTo>
                  <a:pt x="52895" y="1389037"/>
                </a:lnTo>
                <a:lnTo>
                  <a:pt x="51320" y="1420799"/>
                </a:lnTo>
                <a:lnTo>
                  <a:pt x="60972" y="1451102"/>
                </a:lnTo>
                <a:lnTo>
                  <a:pt x="79984" y="1475435"/>
                </a:lnTo>
                <a:lnTo>
                  <a:pt x="106172" y="1491830"/>
                </a:lnTo>
                <a:lnTo>
                  <a:pt x="137312" y="1498282"/>
                </a:lnTo>
                <a:lnTo>
                  <a:pt x="168732" y="1493405"/>
                </a:lnTo>
                <a:lnTo>
                  <a:pt x="195707" y="1478368"/>
                </a:lnTo>
                <a:lnTo>
                  <a:pt x="215938" y="1455026"/>
                </a:lnTo>
                <a:lnTo>
                  <a:pt x="227126" y="1425257"/>
                </a:lnTo>
                <a:lnTo>
                  <a:pt x="584365" y="1425257"/>
                </a:lnTo>
                <a:lnTo>
                  <a:pt x="597090" y="1450454"/>
                </a:lnTo>
                <a:lnTo>
                  <a:pt x="616572" y="1469974"/>
                </a:lnTo>
                <a:lnTo>
                  <a:pt x="641096" y="1482585"/>
                </a:lnTo>
                <a:lnTo>
                  <a:pt x="668985" y="1487043"/>
                </a:lnTo>
                <a:lnTo>
                  <a:pt x="693889" y="1483360"/>
                </a:lnTo>
                <a:lnTo>
                  <a:pt x="716394" y="1473149"/>
                </a:lnTo>
                <a:lnTo>
                  <a:pt x="735279" y="1457185"/>
                </a:lnTo>
                <a:lnTo>
                  <a:pt x="749300" y="1436268"/>
                </a:lnTo>
                <a:lnTo>
                  <a:pt x="1113536" y="1436268"/>
                </a:lnTo>
                <a:lnTo>
                  <a:pt x="1129207" y="1465224"/>
                </a:lnTo>
                <a:lnTo>
                  <a:pt x="1153490" y="1485963"/>
                </a:lnTo>
                <a:lnTo>
                  <a:pt x="1183513" y="1496809"/>
                </a:lnTo>
                <a:lnTo>
                  <a:pt x="1216444" y="1496110"/>
                </a:lnTo>
                <a:lnTo>
                  <a:pt x="1246860" y="1483499"/>
                </a:lnTo>
                <a:lnTo>
                  <a:pt x="1269987" y="1461477"/>
                </a:lnTo>
                <a:lnTo>
                  <a:pt x="1282153" y="1436268"/>
                </a:lnTo>
                <a:lnTo>
                  <a:pt x="1283868" y="1432737"/>
                </a:lnTo>
                <a:lnTo>
                  <a:pt x="1284478" y="1425257"/>
                </a:lnTo>
                <a:lnTo>
                  <a:pt x="1286573" y="1399921"/>
                </a:lnTo>
                <a:close/>
              </a:path>
              <a:path w="1337945" h="1498600">
                <a:moveTo>
                  <a:pt x="1337945" y="559930"/>
                </a:moveTo>
                <a:lnTo>
                  <a:pt x="1334300" y="514642"/>
                </a:lnTo>
                <a:lnTo>
                  <a:pt x="1323708" y="471678"/>
                </a:lnTo>
                <a:lnTo>
                  <a:pt x="1306779" y="431622"/>
                </a:lnTo>
                <a:lnTo>
                  <a:pt x="1284071" y="395033"/>
                </a:lnTo>
                <a:lnTo>
                  <a:pt x="1256169" y="362496"/>
                </a:lnTo>
                <a:lnTo>
                  <a:pt x="1223632" y="334594"/>
                </a:lnTo>
                <a:lnTo>
                  <a:pt x="1187043" y="311886"/>
                </a:lnTo>
                <a:lnTo>
                  <a:pt x="1146975" y="294957"/>
                </a:lnTo>
                <a:lnTo>
                  <a:pt x="1104023" y="284378"/>
                </a:lnTo>
                <a:lnTo>
                  <a:pt x="1058722" y="280720"/>
                </a:lnTo>
                <a:lnTo>
                  <a:pt x="975182" y="280720"/>
                </a:lnTo>
                <a:lnTo>
                  <a:pt x="967562" y="234264"/>
                </a:lnTo>
                <a:lnTo>
                  <a:pt x="953338" y="190538"/>
                </a:lnTo>
                <a:lnTo>
                  <a:pt x="933081" y="150037"/>
                </a:lnTo>
                <a:lnTo>
                  <a:pt x="907351" y="113296"/>
                </a:lnTo>
                <a:lnTo>
                  <a:pt x="876681" y="80797"/>
                </a:lnTo>
                <a:lnTo>
                  <a:pt x="841654" y="53073"/>
                </a:lnTo>
                <a:lnTo>
                  <a:pt x="802817" y="30619"/>
                </a:lnTo>
                <a:lnTo>
                  <a:pt x="760717" y="13944"/>
                </a:lnTo>
                <a:lnTo>
                  <a:pt x="715924" y="3568"/>
                </a:lnTo>
                <a:lnTo>
                  <a:pt x="668972" y="0"/>
                </a:lnTo>
                <a:lnTo>
                  <a:pt x="622033" y="3568"/>
                </a:lnTo>
                <a:lnTo>
                  <a:pt x="577240" y="13944"/>
                </a:lnTo>
                <a:lnTo>
                  <a:pt x="535139" y="30619"/>
                </a:lnTo>
                <a:lnTo>
                  <a:pt x="496303" y="53073"/>
                </a:lnTo>
                <a:lnTo>
                  <a:pt x="461276" y="80797"/>
                </a:lnTo>
                <a:lnTo>
                  <a:pt x="430606" y="113296"/>
                </a:lnTo>
                <a:lnTo>
                  <a:pt x="404876" y="150037"/>
                </a:lnTo>
                <a:lnTo>
                  <a:pt x="384619" y="190538"/>
                </a:lnTo>
                <a:lnTo>
                  <a:pt x="370395" y="234264"/>
                </a:lnTo>
                <a:lnTo>
                  <a:pt x="362762" y="280720"/>
                </a:lnTo>
                <a:lnTo>
                  <a:pt x="279222" y="280720"/>
                </a:lnTo>
                <a:lnTo>
                  <a:pt x="233934" y="284378"/>
                </a:lnTo>
                <a:lnTo>
                  <a:pt x="190969" y="294957"/>
                </a:lnTo>
                <a:lnTo>
                  <a:pt x="150914" y="311886"/>
                </a:lnTo>
                <a:lnTo>
                  <a:pt x="114325" y="334594"/>
                </a:lnTo>
                <a:lnTo>
                  <a:pt x="81788" y="362496"/>
                </a:lnTo>
                <a:lnTo>
                  <a:pt x="53886" y="395033"/>
                </a:lnTo>
                <a:lnTo>
                  <a:pt x="31178" y="431622"/>
                </a:lnTo>
                <a:lnTo>
                  <a:pt x="14236" y="471678"/>
                </a:lnTo>
                <a:lnTo>
                  <a:pt x="3657" y="514642"/>
                </a:lnTo>
                <a:lnTo>
                  <a:pt x="0" y="559930"/>
                </a:lnTo>
                <a:lnTo>
                  <a:pt x="3657" y="605218"/>
                </a:lnTo>
                <a:lnTo>
                  <a:pt x="14236" y="648182"/>
                </a:lnTo>
                <a:lnTo>
                  <a:pt x="31178" y="688251"/>
                </a:lnTo>
                <a:lnTo>
                  <a:pt x="53886" y="724839"/>
                </a:lnTo>
                <a:lnTo>
                  <a:pt x="81788" y="757377"/>
                </a:lnTo>
                <a:lnTo>
                  <a:pt x="114325" y="785279"/>
                </a:lnTo>
                <a:lnTo>
                  <a:pt x="150914" y="807986"/>
                </a:lnTo>
                <a:lnTo>
                  <a:pt x="190969" y="824915"/>
                </a:lnTo>
                <a:lnTo>
                  <a:pt x="233934" y="835494"/>
                </a:lnTo>
                <a:lnTo>
                  <a:pt x="279222" y="839152"/>
                </a:lnTo>
                <a:lnTo>
                  <a:pt x="359537" y="839152"/>
                </a:lnTo>
                <a:lnTo>
                  <a:pt x="362597" y="827913"/>
                </a:lnTo>
                <a:lnTo>
                  <a:pt x="367347" y="817372"/>
                </a:lnTo>
                <a:lnTo>
                  <a:pt x="373710" y="807720"/>
                </a:lnTo>
                <a:lnTo>
                  <a:pt x="381558" y="799134"/>
                </a:lnTo>
                <a:lnTo>
                  <a:pt x="371703" y="787704"/>
                </a:lnTo>
                <a:lnTo>
                  <a:pt x="364401" y="774649"/>
                </a:lnTo>
                <a:lnTo>
                  <a:pt x="359841" y="760412"/>
                </a:lnTo>
                <a:lnTo>
                  <a:pt x="358190" y="745401"/>
                </a:lnTo>
                <a:lnTo>
                  <a:pt x="358190" y="641184"/>
                </a:lnTo>
                <a:lnTo>
                  <a:pt x="364083" y="612482"/>
                </a:lnTo>
                <a:lnTo>
                  <a:pt x="379920" y="589038"/>
                </a:lnTo>
                <a:lnTo>
                  <a:pt x="403364" y="573201"/>
                </a:lnTo>
                <a:lnTo>
                  <a:pt x="432054" y="567321"/>
                </a:lnTo>
                <a:lnTo>
                  <a:pt x="906957" y="567321"/>
                </a:lnTo>
                <a:lnTo>
                  <a:pt x="935697" y="573163"/>
                </a:lnTo>
                <a:lnTo>
                  <a:pt x="959154" y="588987"/>
                </a:lnTo>
                <a:lnTo>
                  <a:pt x="974991" y="612457"/>
                </a:lnTo>
                <a:lnTo>
                  <a:pt x="980833" y="641184"/>
                </a:lnTo>
                <a:lnTo>
                  <a:pt x="980833" y="745401"/>
                </a:lnTo>
                <a:lnTo>
                  <a:pt x="979284" y="760399"/>
                </a:lnTo>
                <a:lnTo>
                  <a:pt x="974801" y="774636"/>
                </a:lnTo>
                <a:lnTo>
                  <a:pt x="967562" y="787692"/>
                </a:lnTo>
                <a:lnTo>
                  <a:pt x="957732" y="799134"/>
                </a:lnTo>
                <a:lnTo>
                  <a:pt x="965504" y="807745"/>
                </a:lnTo>
                <a:lnTo>
                  <a:pt x="971778" y="817422"/>
                </a:lnTo>
                <a:lnTo>
                  <a:pt x="976477" y="827951"/>
                </a:lnTo>
                <a:lnTo>
                  <a:pt x="979487" y="839152"/>
                </a:lnTo>
                <a:lnTo>
                  <a:pt x="1058722" y="839152"/>
                </a:lnTo>
                <a:lnTo>
                  <a:pt x="1104023" y="835494"/>
                </a:lnTo>
                <a:lnTo>
                  <a:pt x="1146975" y="824915"/>
                </a:lnTo>
                <a:lnTo>
                  <a:pt x="1187043" y="807986"/>
                </a:lnTo>
                <a:lnTo>
                  <a:pt x="1223632" y="785279"/>
                </a:lnTo>
                <a:lnTo>
                  <a:pt x="1256169" y="757377"/>
                </a:lnTo>
                <a:lnTo>
                  <a:pt x="1284071" y="724839"/>
                </a:lnTo>
                <a:lnTo>
                  <a:pt x="1306779" y="688251"/>
                </a:lnTo>
                <a:lnTo>
                  <a:pt x="1323708" y="648182"/>
                </a:lnTo>
                <a:lnTo>
                  <a:pt x="1334300" y="605218"/>
                </a:lnTo>
                <a:lnTo>
                  <a:pt x="1337945" y="559930"/>
                </a:lnTo>
                <a:close/>
              </a:path>
            </a:pathLst>
          </a:custGeom>
          <a:solidFill>
            <a:srgbClr val="2DC2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27813" y="3424211"/>
            <a:ext cx="1498600" cy="1498600"/>
          </a:xfrm>
          <a:custGeom>
            <a:avLst/>
            <a:gdLst/>
            <a:ahLst/>
            <a:cxnLst/>
            <a:rect l="l" t="t" r="r" b="b"/>
            <a:pathLst>
              <a:path w="1498600" h="1498600">
                <a:moveTo>
                  <a:pt x="347827" y="936459"/>
                </a:moveTo>
                <a:lnTo>
                  <a:pt x="345732" y="926033"/>
                </a:lnTo>
                <a:lnTo>
                  <a:pt x="339991" y="917536"/>
                </a:lnTo>
                <a:lnTo>
                  <a:pt x="331495" y="911796"/>
                </a:lnTo>
                <a:lnTo>
                  <a:pt x="321068" y="909701"/>
                </a:lnTo>
                <a:lnTo>
                  <a:pt x="310654" y="911796"/>
                </a:lnTo>
                <a:lnTo>
                  <a:pt x="302145" y="917536"/>
                </a:lnTo>
                <a:lnTo>
                  <a:pt x="296418" y="926033"/>
                </a:lnTo>
                <a:lnTo>
                  <a:pt x="294309" y="936459"/>
                </a:lnTo>
                <a:lnTo>
                  <a:pt x="294309" y="989965"/>
                </a:lnTo>
                <a:lnTo>
                  <a:pt x="296418" y="1000379"/>
                </a:lnTo>
                <a:lnTo>
                  <a:pt x="302145" y="1008888"/>
                </a:lnTo>
                <a:lnTo>
                  <a:pt x="310654" y="1014615"/>
                </a:lnTo>
                <a:lnTo>
                  <a:pt x="321068" y="1016723"/>
                </a:lnTo>
                <a:lnTo>
                  <a:pt x="331495" y="1014615"/>
                </a:lnTo>
                <a:lnTo>
                  <a:pt x="339991" y="1008888"/>
                </a:lnTo>
                <a:lnTo>
                  <a:pt x="345732" y="1000379"/>
                </a:lnTo>
                <a:lnTo>
                  <a:pt x="347827" y="989965"/>
                </a:lnTo>
                <a:lnTo>
                  <a:pt x="347827" y="936459"/>
                </a:lnTo>
                <a:close/>
              </a:path>
              <a:path w="1498600" h="1498600">
                <a:moveTo>
                  <a:pt x="393852" y="1391310"/>
                </a:moveTo>
                <a:lnTo>
                  <a:pt x="380479" y="1337792"/>
                </a:lnTo>
                <a:lnTo>
                  <a:pt x="261683" y="1337792"/>
                </a:lnTo>
                <a:lnTo>
                  <a:pt x="248310" y="1391310"/>
                </a:lnTo>
                <a:lnTo>
                  <a:pt x="393852" y="1391310"/>
                </a:lnTo>
                <a:close/>
              </a:path>
              <a:path w="1498600" h="1498600">
                <a:moveTo>
                  <a:pt x="481609" y="1471561"/>
                </a:moveTo>
                <a:lnTo>
                  <a:pt x="479501" y="1461147"/>
                </a:lnTo>
                <a:lnTo>
                  <a:pt x="473773" y="1452638"/>
                </a:lnTo>
                <a:lnTo>
                  <a:pt x="465264" y="1446911"/>
                </a:lnTo>
                <a:lnTo>
                  <a:pt x="454850" y="1444802"/>
                </a:lnTo>
                <a:lnTo>
                  <a:pt x="187299" y="1444802"/>
                </a:lnTo>
                <a:lnTo>
                  <a:pt x="176885" y="1446911"/>
                </a:lnTo>
                <a:lnTo>
                  <a:pt x="168376" y="1452638"/>
                </a:lnTo>
                <a:lnTo>
                  <a:pt x="162648" y="1461147"/>
                </a:lnTo>
                <a:lnTo>
                  <a:pt x="160540" y="1471561"/>
                </a:lnTo>
                <a:lnTo>
                  <a:pt x="162648" y="1481988"/>
                </a:lnTo>
                <a:lnTo>
                  <a:pt x="168376" y="1490484"/>
                </a:lnTo>
                <a:lnTo>
                  <a:pt x="176885" y="1496225"/>
                </a:lnTo>
                <a:lnTo>
                  <a:pt x="187299" y="1498320"/>
                </a:lnTo>
                <a:lnTo>
                  <a:pt x="454850" y="1498320"/>
                </a:lnTo>
                <a:lnTo>
                  <a:pt x="465264" y="1496225"/>
                </a:lnTo>
                <a:lnTo>
                  <a:pt x="473773" y="1490484"/>
                </a:lnTo>
                <a:lnTo>
                  <a:pt x="479501" y="1481988"/>
                </a:lnTo>
                <a:lnTo>
                  <a:pt x="481609" y="1471561"/>
                </a:lnTo>
                <a:close/>
              </a:path>
              <a:path w="1498600" h="1498600">
                <a:moveTo>
                  <a:pt x="642137" y="802678"/>
                </a:moveTo>
                <a:lnTo>
                  <a:pt x="640041" y="792264"/>
                </a:lnTo>
                <a:lnTo>
                  <a:pt x="634301" y="783755"/>
                </a:lnTo>
                <a:lnTo>
                  <a:pt x="625805" y="778014"/>
                </a:lnTo>
                <a:lnTo>
                  <a:pt x="615391" y="775919"/>
                </a:lnTo>
                <a:lnTo>
                  <a:pt x="561873" y="775919"/>
                </a:lnTo>
                <a:lnTo>
                  <a:pt x="561873" y="882942"/>
                </a:lnTo>
                <a:lnTo>
                  <a:pt x="561873" y="1043482"/>
                </a:lnTo>
                <a:lnTo>
                  <a:pt x="559777" y="1053896"/>
                </a:lnTo>
                <a:lnTo>
                  <a:pt x="554037" y="1062393"/>
                </a:lnTo>
                <a:lnTo>
                  <a:pt x="545541" y="1068120"/>
                </a:lnTo>
                <a:lnTo>
                  <a:pt x="535114" y="1070229"/>
                </a:lnTo>
                <a:lnTo>
                  <a:pt x="524713" y="1068120"/>
                </a:lnTo>
                <a:lnTo>
                  <a:pt x="516204" y="1062393"/>
                </a:lnTo>
                <a:lnTo>
                  <a:pt x="510476" y="1053896"/>
                </a:lnTo>
                <a:lnTo>
                  <a:pt x="508368" y="1043482"/>
                </a:lnTo>
                <a:lnTo>
                  <a:pt x="508368" y="909701"/>
                </a:lnTo>
                <a:lnTo>
                  <a:pt x="481609" y="909701"/>
                </a:lnTo>
                <a:lnTo>
                  <a:pt x="471195" y="907592"/>
                </a:lnTo>
                <a:lnTo>
                  <a:pt x="462686" y="901865"/>
                </a:lnTo>
                <a:lnTo>
                  <a:pt x="456958" y="893356"/>
                </a:lnTo>
                <a:lnTo>
                  <a:pt x="454850" y="882942"/>
                </a:lnTo>
                <a:lnTo>
                  <a:pt x="456958" y="872528"/>
                </a:lnTo>
                <a:lnTo>
                  <a:pt x="462686" y="864019"/>
                </a:lnTo>
                <a:lnTo>
                  <a:pt x="471195" y="858278"/>
                </a:lnTo>
                <a:lnTo>
                  <a:pt x="481609" y="856183"/>
                </a:lnTo>
                <a:lnTo>
                  <a:pt x="535114" y="856183"/>
                </a:lnTo>
                <a:lnTo>
                  <a:pt x="545541" y="858278"/>
                </a:lnTo>
                <a:lnTo>
                  <a:pt x="554037" y="864019"/>
                </a:lnTo>
                <a:lnTo>
                  <a:pt x="559777" y="872528"/>
                </a:lnTo>
                <a:lnTo>
                  <a:pt x="561873" y="882942"/>
                </a:lnTo>
                <a:lnTo>
                  <a:pt x="561873" y="775919"/>
                </a:lnTo>
                <a:lnTo>
                  <a:pt x="401345" y="775919"/>
                </a:lnTo>
                <a:lnTo>
                  <a:pt x="401345" y="936459"/>
                </a:lnTo>
                <a:lnTo>
                  <a:pt x="401345" y="989965"/>
                </a:lnTo>
                <a:lnTo>
                  <a:pt x="395046" y="1021207"/>
                </a:lnTo>
                <a:lnTo>
                  <a:pt x="377837" y="1046721"/>
                </a:lnTo>
                <a:lnTo>
                  <a:pt x="352323" y="1063917"/>
                </a:lnTo>
                <a:lnTo>
                  <a:pt x="321068" y="1070229"/>
                </a:lnTo>
                <a:lnTo>
                  <a:pt x="289826" y="1063917"/>
                </a:lnTo>
                <a:lnTo>
                  <a:pt x="264325" y="1046721"/>
                </a:lnTo>
                <a:lnTo>
                  <a:pt x="247116" y="1021207"/>
                </a:lnTo>
                <a:lnTo>
                  <a:pt x="240804" y="989965"/>
                </a:lnTo>
                <a:lnTo>
                  <a:pt x="240804" y="936459"/>
                </a:lnTo>
                <a:lnTo>
                  <a:pt x="247116" y="905205"/>
                </a:lnTo>
                <a:lnTo>
                  <a:pt x="264325" y="879690"/>
                </a:lnTo>
                <a:lnTo>
                  <a:pt x="289826" y="862495"/>
                </a:lnTo>
                <a:lnTo>
                  <a:pt x="321068" y="856183"/>
                </a:lnTo>
                <a:lnTo>
                  <a:pt x="352323" y="862495"/>
                </a:lnTo>
                <a:lnTo>
                  <a:pt x="377837" y="879690"/>
                </a:lnTo>
                <a:lnTo>
                  <a:pt x="395046" y="905205"/>
                </a:lnTo>
                <a:lnTo>
                  <a:pt x="401345" y="936459"/>
                </a:lnTo>
                <a:lnTo>
                  <a:pt x="401345" y="775919"/>
                </a:lnTo>
                <a:lnTo>
                  <a:pt x="187299" y="775919"/>
                </a:lnTo>
                <a:lnTo>
                  <a:pt x="187299" y="882942"/>
                </a:lnTo>
                <a:lnTo>
                  <a:pt x="187299" y="1043482"/>
                </a:lnTo>
                <a:lnTo>
                  <a:pt x="185204" y="1053896"/>
                </a:lnTo>
                <a:lnTo>
                  <a:pt x="179463" y="1062393"/>
                </a:lnTo>
                <a:lnTo>
                  <a:pt x="170954" y="1068120"/>
                </a:lnTo>
                <a:lnTo>
                  <a:pt x="160540" y="1070229"/>
                </a:lnTo>
                <a:lnTo>
                  <a:pt x="150126" y="1068120"/>
                </a:lnTo>
                <a:lnTo>
                  <a:pt x="141617" y="1062393"/>
                </a:lnTo>
                <a:lnTo>
                  <a:pt x="135890" y="1053896"/>
                </a:lnTo>
                <a:lnTo>
                  <a:pt x="133781" y="1043482"/>
                </a:lnTo>
                <a:lnTo>
                  <a:pt x="133781" y="909701"/>
                </a:lnTo>
                <a:lnTo>
                  <a:pt x="107022" y="909701"/>
                </a:lnTo>
                <a:lnTo>
                  <a:pt x="96621" y="907592"/>
                </a:lnTo>
                <a:lnTo>
                  <a:pt x="88112" y="901865"/>
                </a:lnTo>
                <a:lnTo>
                  <a:pt x="82384" y="893356"/>
                </a:lnTo>
                <a:lnTo>
                  <a:pt x="80276" y="882942"/>
                </a:lnTo>
                <a:lnTo>
                  <a:pt x="82384" y="872528"/>
                </a:lnTo>
                <a:lnTo>
                  <a:pt x="88112" y="864019"/>
                </a:lnTo>
                <a:lnTo>
                  <a:pt x="96621" y="858278"/>
                </a:lnTo>
                <a:lnTo>
                  <a:pt x="107022" y="856183"/>
                </a:lnTo>
                <a:lnTo>
                  <a:pt x="160540" y="856183"/>
                </a:lnTo>
                <a:lnTo>
                  <a:pt x="170954" y="858278"/>
                </a:lnTo>
                <a:lnTo>
                  <a:pt x="179463" y="864019"/>
                </a:lnTo>
                <a:lnTo>
                  <a:pt x="185204" y="872528"/>
                </a:lnTo>
                <a:lnTo>
                  <a:pt x="187299" y="882942"/>
                </a:lnTo>
                <a:lnTo>
                  <a:pt x="187299" y="775919"/>
                </a:lnTo>
                <a:lnTo>
                  <a:pt x="26758" y="775919"/>
                </a:lnTo>
                <a:lnTo>
                  <a:pt x="16344" y="778014"/>
                </a:lnTo>
                <a:lnTo>
                  <a:pt x="7835" y="783755"/>
                </a:lnTo>
                <a:lnTo>
                  <a:pt x="2108" y="792264"/>
                </a:lnTo>
                <a:lnTo>
                  <a:pt x="0" y="802678"/>
                </a:lnTo>
                <a:lnTo>
                  <a:pt x="0" y="1150505"/>
                </a:lnTo>
                <a:lnTo>
                  <a:pt x="642137" y="1150505"/>
                </a:lnTo>
                <a:lnTo>
                  <a:pt x="642137" y="1070229"/>
                </a:lnTo>
                <a:lnTo>
                  <a:pt x="642137" y="856183"/>
                </a:lnTo>
                <a:lnTo>
                  <a:pt x="642137" y="802678"/>
                </a:lnTo>
                <a:close/>
              </a:path>
              <a:path w="1498600" h="1498600">
                <a:moveTo>
                  <a:pt x="642150" y="1203998"/>
                </a:moveTo>
                <a:lnTo>
                  <a:pt x="12" y="1203998"/>
                </a:lnTo>
                <a:lnTo>
                  <a:pt x="12" y="1257515"/>
                </a:lnTo>
                <a:lnTo>
                  <a:pt x="2108" y="1267942"/>
                </a:lnTo>
                <a:lnTo>
                  <a:pt x="7848" y="1276438"/>
                </a:lnTo>
                <a:lnTo>
                  <a:pt x="16344" y="1282179"/>
                </a:lnTo>
                <a:lnTo>
                  <a:pt x="26771" y="1284274"/>
                </a:lnTo>
                <a:lnTo>
                  <a:pt x="615391" y="1284274"/>
                </a:lnTo>
                <a:lnTo>
                  <a:pt x="625805" y="1282179"/>
                </a:lnTo>
                <a:lnTo>
                  <a:pt x="634314" y="1276438"/>
                </a:lnTo>
                <a:lnTo>
                  <a:pt x="640041" y="1267942"/>
                </a:lnTo>
                <a:lnTo>
                  <a:pt x="642150" y="1257515"/>
                </a:lnTo>
                <a:lnTo>
                  <a:pt x="642150" y="1203998"/>
                </a:lnTo>
                <a:close/>
              </a:path>
              <a:path w="1498600" h="1498600">
                <a:moveTo>
                  <a:pt x="775931" y="160540"/>
                </a:moveTo>
                <a:lnTo>
                  <a:pt x="773823" y="150126"/>
                </a:lnTo>
                <a:lnTo>
                  <a:pt x="768096" y="141617"/>
                </a:lnTo>
                <a:lnTo>
                  <a:pt x="759587" y="135877"/>
                </a:lnTo>
                <a:lnTo>
                  <a:pt x="749173" y="133781"/>
                </a:lnTo>
                <a:lnTo>
                  <a:pt x="738746" y="135877"/>
                </a:lnTo>
                <a:lnTo>
                  <a:pt x="730250" y="141617"/>
                </a:lnTo>
                <a:lnTo>
                  <a:pt x="724509" y="150126"/>
                </a:lnTo>
                <a:lnTo>
                  <a:pt x="722414" y="160540"/>
                </a:lnTo>
                <a:lnTo>
                  <a:pt x="722414" y="214045"/>
                </a:lnTo>
                <a:lnTo>
                  <a:pt x="724509" y="224459"/>
                </a:lnTo>
                <a:lnTo>
                  <a:pt x="730250" y="232968"/>
                </a:lnTo>
                <a:lnTo>
                  <a:pt x="738746" y="238696"/>
                </a:lnTo>
                <a:lnTo>
                  <a:pt x="749173" y="240804"/>
                </a:lnTo>
                <a:lnTo>
                  <a:pt x="759587" y="238696"/>
                </a:lnTo>
                <a:lnTo>
                  <a:pt x="768096" y="232968"/>
                </a:lnTo>
                <a:lnTo>
                  <a:pt x="773823" y="224459"/>
                </a:lnTo>
                <a:lnTo>
                  <a:pt x="775931" y="214045"/>
                </a:lnTo>
                <a:lnTo>
                  <a:pt x="775931" y="160540"/>
                </a:lnTo>
                <a:close/>
              </a:path>
              <a:path w="1498600" h="1498600">
                <a:moveTo>
                  <a:pt x="821944" y="615378"/>
                </a:moveTo>
                <a:lnTo>
                  <a:pt x="808558" y="561860"/>
                </a:lnTo>
                <a:lnTo>
                  <a:pt x="689762" y="561860"/>
                </a:lnTo>
                <a:lnTo>
                  <a:pt x="676389" y="615378"/>
                </a:lnTo>
                <a:lnTo>
                  <a:pt x="821944" y="615378"/>
                </a:lnTo>
                <a:close/>
              </a:path>
              <a:path w="1498600" h="1498600">
                <a:moveTo>
                  <a:pt x="909701" y="695642"/>
                </a:moveTo>
                <a:lnTo>
                  <a:pt x="907605" y="685241"/>
                </a:lnTo>
                <a:lnTo>
                  <a:pt x="901865" y="676732"/>
                </a:lnTo>
                <a:lnTo>
                  <a:pt x="893368" y="670991"/>
                </a:lnTo>
                <a:lnTo>
                  <a:pt x="882942" y="668883"/>
                </a:lnTo>
                <a:lnTo>
                  <a:pt x="615378" y="668883"/>
                </a:lnTo>
                <a:lnTo>
                  <a:pt x="604977" y="670991"/>
                </a:lnTo>
                <a:lnTo>
                  <a:pt x="596468" y="676732"/>
                </a:lnTo>
                <a:lnTo>
                  <a:pt x="590740" y="685241"/>
                </a:lnTo>
                <a:lnTo>
                  <a:pt x="588632" y="695642"/>
                </a:lnTo>
                <a:lnTo>
                  <a:pt x="590740" y="706069"/>
                </a:lnTo>
                <a:lnTo>
                  <a:pt x="596468" y="714565"/>
                </a:lnTo>
                <a:lnTo>
                  <a:pt x="604977" y="720305"/>
                </a:lnTo>
                <a:lnTo>
                  <a:pt x="615378" y="722401"/>
                </a:lnTo>
                <a:lnTo>
                  <a:pt x="882942" y="722401"/>
                </a:lnTo>
                <a:lnTo>
                  <a:pt x="893368" y="720305"/>
                </a:lnTo>
                <a:lnTo>
                  <a:pt x="901865" y="714565"/>
                </a:lnTo>
                <a:lnTo>
                  <a:pt x="907605" y="706069"/>
                </a:lnTo>
                <a:lnTo>
                  <a:pt x="909701" y="695642"/>
                </a:lnTo>
                <a:close/>
              </a:path>
              <a:path w="1498600" h="1498600">
                <a:moveTo>
                  <a:pt x="1070241" y="428091"/>
                </a:moveTo>
                <a:lnTo>
                  <a:pt x="428104" y="428091"/>
                </a:lnTo>
                <a:lnTo>
                  <a:pt x="428104" y="481609"/>
                </a:lnTo>
                <a:lnTo>
                  <a:pt x="430199" y="492023"/>
                </a:lnTo>
                <a:lnTo>
                  <a:pt x="435940" y="500532"/>
                </a:lnTo>
                <a:lnTo>
                  <a:pt x="444436" y="506260"/>
                </a:lnTo>
                <a:lnTo>
                  <a:pt x="454863" y="508368"/>
                </a:lnTo>
                <a:lnTo>
                  <a:pt x="1043482" y="508368"/>
                </a:lnTo>
                <a:lnTo>
                  <a:pt x="1053896" y="506260"/>
                </a:lnTo>
                <a:lnTo>
                  <a:pt x="1062405" y="500532"/>
                </a:lnTo>
                <a:lnTo>
                  <a:pt x="1068133" y="492023"/>
                </a:lnTo>
                <a:lnTo>
                  <a:pt x="1070241" y="481609"/>
                </a:lnTo>
                <a:lnTo>
                  <a:pt x="1070241" y="428091"/>
                </a:lnTo>
                <a:close/>
              </a:path>
              <a:path w="1498600" h="1498600">
                <a:moveTo>
                  <a:pt x="1070241" y="26758"/>
                </a:moveTo>
                <a:lnTo>
                  <a:pt x="1068133" y="16344"/>
                </a:lnTo>
                <a:lnTo>
                  <a:pt x="1062405" y="7835"/>
                </a:lnTo>
                <a:lnTo>
                  <a:pt x="1053896" y="2095"/>
                </a:lnTo>
                <a:lnTo>
                  <a:pt x="1043482" y="0"/>
                </a:lnTo>
                <a:lnTo>
                  <a:pt x="989977" y="0"/>
                </a:lnTo>
                <a:lnTo>
                  <a:pt x="989977" y="107022"/>
                </a:lnTo>
                <a:lnTo>
                  <a:pt x="989977" y="267563"/>
                </a:lnTo>
                <a:lnTo>
                  <a:pt x="987869" y="277977"/>
                </a:lnTo>
                <a:lnTo>
                  <a:pt x="982141" y="286486"/>
                </a:lnTo>
                <a:lnTo>
                  <a:pt x="973632" y="292214"/>
                </a:lnTo>
                <a:lnTo>
                  <a:pt x="963218" y="294322"/>
                </a:lnTo>
                <a:lnTo>
                  <a:pt x="952792" y="292214"/>
                </a:lnTo>
                <a:lnTo>
                  <a:pt x="944283" y="286486"/>
                </a:lnTo>
                <a:lnTo>
                  <a:pt x="938555" y="277977"/>
                </a:lnTo>
                <a:lnTo>
                  <a:pt x="936459" y="267563"/>
                </a:lnTo>
                <a:lnTo>
                  <a:pt x="936459" y="133781"/>
                </a:lnTo>
                <a:lnTo>
                  <a:pt x="909713" y="133781"/>
                </a:lnTo>
                <a:lnTo>
                  <a:pt x="899287" y="131673"/>
                </a:lnTo>
                <a:lnTo>
                  <a:pt x="890778" y="125945"/>
                </a:lnTo>
                <a:lnTo>
                  <a:pt x="885050" y="117436"/>
                </a:lnTo>
                <a:lnTo>
                  <a:pt x="882954" y="107022"/>
                </a:lnTo>
                <a:lnTo>
                  <a:pt x="885050" y="96608"/>
                </a:lnTo>
                <a:lnTo>
                  <a:pt x="890790" y="88112"/>
                </a:lnTo>
                <a:lnTo>
                  <a:pt x="899287" y="82372"/>
                </a:lnTo>
                <a:lnTo>
                  <a:pt x="909713" y="80276"/>
                </a:lnTo>
                <a:lnTo>
                  <a:pt x="963218" y="80276"/>
                </a:lnTo>
                <a:lnTo>
                  <a:pt x="973632" y="82372"/>
                </a:lnTo>
                <a:lnTo>
                  <a:pt x="982141" y="88112"/>
                </a:lnTo>
                <a:lnTo>
                  <a:pt x="987869" y="96608"/>
                </a:lnTo>
                <a:lnTo>
                  <a:pt x="989977" y="107022"/>
                </a:lnTo>
                <a:lnTo>
                  <a:pt x="989977" y="0"/>
                </a:lnTo>
                <a:lnTo>
                  <a:pt x="829437" y="0"/>
                </a:lnTo>
                <a:lnTo>
                  <a:pt x="829437" y="160540"/>
                </a:lnTo>
                <a:lnTo>
                  <a:pt x="829437" y="214045"/>
                </a:lnTo>
                <a:lnTo>
                  <a:pt x="823125" y="245287"/>
                </a:lnTo>
                <a:lnTo>
                  <a:pt x="805929" y="270802"/>
                </a:lnTo>
                <a:lnTo>
                  <a:pt x="780415" y="288010"/>
                </a:lnTo>
                <a:lnTo>
                  <a:pt x="749173" y="294322"/>
                </a:lnTo>
                <a:lnTo>
                  <a:pt x="717918" y="288010"/>
                </a:lnTo>
                <a:lnTo>
                  <a:pt x="692404" y="270802"/>
                </a:lnTo>
                <a:lnTo>
                  <a:pt x="675208" y="245287"/>
                </a:lnTo>
                <a:lnTo>
                  <a:pt x="668909" y="214045"/>
                </a:lnTo>
                <a:lnTo>
                  <a:pt x="668909" y="160540"/>
                </a:lnTo>
                <a:lnTo>
                  <a:pt x="675208" y="129286"/>
                </a:lnTo>
                <a:lnTo>
                  <a:pt x="692404" y="103784"/>
                </a:lnTo>
                <a:lnTo>
                  <a:pt x="717918" y="86575"/>
                </a:lnTo>
                <a:lnTo>
                  <a:pt x="749173" y="80276"/>
                </a:lnTo>
                <a:lnTo>
                  <a:pt x="780415" y="86575"/>
                </a:lnTo>
                <a:lnTo>
                  <a:pt x="805929" y="103784"/>
                </a:lnTo>
                <a:lnTo>
                  <a:pt x="823125" y="129286"/>
                </a:lnTo>
                <a:lnTo>
                  <a:pt x="829437" y="160540"/>
                </a:lnTo>
                <a:lnTo>
                  <a:pt x="829437" y="0"/>
                </a:lnTo>
                <a:lnTo>
                  <a:pt x="615391" y="0"/>
                </a:lnTo>
                <a:lnTo>
                  <a:pt x="615391" y="107022"/>
                </a:lnTo>
                <a:lnTo>
                  <a:pt x="615391" y="267563"/>
                </a:lnTo>
                <a:lnTo>
                  <a:pt x="613283" y="277977"/>
                </a:lnTo>
                <a:lnTo>
                  <a:pt x="607555" y="286486"/>
                </a:lnTo>
                <a:lnTo>
                  <a:pt x="599046" y="292214"/>
                </a:lnTo>
                <a:lnTo>
                  <a:pt x="588645" y="294322"/>
                </a:lnTo>
                <a:lnTo>
                  <a:pt x="578218" y="292214"/>
                </a:lnTo>
                <a:lnTo>
                  <a:pt x="569722" y="286486"/>
                </a:lnTo>
                <a:lnTo>
                  <a:pt x="563981" y="277977"/>
                </a:lnTo>
                <a:lnTo>
                  <a:pt x="561886" y="267563"/>
                </a:lnTo>
                <a:lnTo>
                  <a:pt x="561886" y="133781"/>
                </a:lnTo>
                <a:lnTo>
                  <a:pt x="535127" y="133781"/>
                </a:lnTo>
                <a:lnTo>
                  <a:pt x="524700" y="131673"/>
                </a:lnTo>
                <a:lnTo>
                  <a:pt x="516204" y="125945"/>
                </a:lnTo>
                <a:lnTo>
                  <a:pt x="510463" y="117436"/>
                </a:lnTo>
                <a:lnTo>
                  <a:pt x="508368" y="107022"/>
                </a:lnTo>
                <a:lnTo>
                  <a:pt x="510463" y="96608"/>
                </a:lnTo>
                <a:lnTo>
                  <a:pt x="516204" y="88112"/>
                </a:lnTo>
                <a:lnTo>
                  <a:pt x="524700" y="82372"/>
                </a:lnTo>
                <a:lnTo>
                  <a:pt x="535127" y="80276"/>
                </a:lnTo>
                <a:lnTo>
                  <a:pt x="588645" y="80276"/>
                </a:lnTo>
                <a:lnTo>
                  <a:pt x="599046" y="82372"/>
                </a:lnTo>
                <a:lnTo>
                  <a:pt x="607555" y="88112"/>
                </a:lnTo>
                <a:lnTo>
                  <a:pt x="613283" y="96608"/>
                </a:lnTo>
                <a:lnTo>
                  <a:pt x="615391" y="107022"/>
                </a:lnTo>
                <a:lnTo>
                  <a:pt x="615391" y="0"/>
                </a:lnTo>
                <a:lnTo>
                  <a:pt x="454863" y="0"/>
                </a:lnTo>
                <a:lnTo>
                  <a:pt x="444436" y="2095"/>
                </a:lnTo>
                <a:lnTo>
                  <a:pt x="435940" y="7835"/>
                </a:lnTo>
                <a:lnTo>
                  <a:pt x="430199" y="16344"/>
                </a:lnTo>
                <a:lnTo>
                  <a:pt x="428091" y="26758"/>
                </a:lnTo>
                <a:lnTo>
                  <a:pt x="428091" y="374586"/>
                </a:lnTo>
                <a:lnTo>
                  <a:pt x="1070241" y="374586"/>
                </a:lnTo>
                <a:lnTo>
                  <a:pt x="1070241" y="294322"/>
                </a:lnTo>
                <a:lnTo>
                  <a:pt x="1070241" y="80276"/>
                </a:lnTo>
                <a:lnTo>
                  <a:pt x="1070241" y="26758"/>
                </a:lnTo>
                <a:close/>
              </a:path>
              <a:path w="1498600" h="1498600">
                <a:moveTo>
                  <a:pt x="1204023" y="936459"/>
                </a:moveTo>
                <a:lnTo>
                  <a:pt x="1201915" y="926033"/>
                </a:lnTo>
                <a:lnTo>
                  <a:pt x="1196187" y="917536"/>
                </a:lnTo>
                <a:lnTo>
                  <a:pt x="1187678" y="911796"/>
                </a:lnTo>
                <a:lnTo>
                  <a:pt x="1177264" y="909701"/>
                </a:lnTo>
                <a:lnTo>
                  <a:pt x="1166837" y="911796"/>
                </a:lnTo>
                <a:lnTo>
                  <a:pt x="1158341" y="917536"/>
                </a:lnTo>
                <a:lnTo>
                  <a:pt x="1152601" y="926033"/>
                </a:lnTo>
                <a:lnTo>
                  <a:pt x="1150505" y="936459"/>
                </a:lnTo>
                <a:lnTo>
                  <a:pt x="1150505" y="989965"/>
                </a:lnTo>
                <a:lnTo>
                  <a:pt x="1152601" y="1000379"/>
                </a:lnTo>
                <a:lnTo>
                  <a:pt x="1158341" y="1008888"/>
                </a:lnTo>
                <a:lnTo>
                  <a:pt x="1166837" y="1014615"/>
                </a:lnTo>
                <a:lnTo>
                  <a:pt x="1177264" y="1016723"/>
                </a:lnTo>
                <a:lnTo>
                  <a:pt x="1187678" y="1014615"/>
                </a:lnTo>
                <a:lnTo>
                  <a:pt x="1196187" y="1008888"/>
                </a:lnTo>
                <a:lnTo>
                  <a:pt x="1201915" y="1000379"/>
                </a:lnTo>
                <a:lnTo>
                  <a:pt x="1204023" y="989965"/>
                </a:lnTo>
                <a:lnTo>
                  <a:pt x="1204023" y="936459"/>
                </a:lnTo>
                <a:close/>
              </a:path>
              <a:path w="1498600" h="1498600">
                <a:moveTo>
                  <a:pt x="1250035" y="1391310"/>
                </a:moveTo>
                <a:lnTo>
                  <a:pt x="1236662" y="1337792"/>
                </a:lnTo>
                <a:lnTo>
                  <a:pt x="1117866" y="1337792"/>
                </a:lnTo>
                <a:lnTo>
                  <a:pt x="1104493" y="1391310"/>
                </a:lnTo>
                <a:lnTo>
                  <a:pt x="1250035" y="1391310"/>
                </a:lnTo>
                <a:close/>
              </a:path>
              <a:path w="1498600" h="1498600">
                <a:moveTo>
                  <a:pt x="1337792" y="1471561"/>
                </a:moveTo>
                <a:lnTo>
                  <a:pt x="1335684" y="1461147"/>
                </a:lnTo>
                <a:lnTo>
                  <a:pt x="1329956" y="1452638"/>
                </a:lnTo>
                <a:lnTo>
                  <a:pt x="1321447" y="1446911"/>
                </a:lnTo>
                <a:lnTo>
                  <a:pt x="1311033" y="1444802"/>
                </a:lnTo>
                <a:lnTo>
                  <a:pt x="1043482" y="1444802"/>
                </a:lnTo>
                <a:lnTo>
                  <a:pt x="1033068" y="1446911"/>
                </a:lnTo>
                <a:lnTo>
                  <a:pt x="1024559" y="1452638"/>
                </a:lnTo>
                <a:lnTo>
                  <a:pt x="1018832" y="1461147"/>
                </a:lnTo>
                <a:lnTo>
                  <a:pt x="1016723" y="1471561"/>
                </a:lnTo>
                <a:lnTo>
                  <a:pt x="1018832" y="1481988"/>
                </a:lnTo>
                <a:lnTo>
                  <a:pt x="1024559" y="1490484"/>
                </a:lnTo>
                <a:lnTo>
                  <a:pt x="1033068" y="1496225"/>
                </a:lnTo>
                <a:lnTo>
                  <a:pt x="1043482" y="1498320"/>
                </a:lnTo>
                <a:lnTo>
                  <a:pt x="1311033" y="1498320"/>
                </a:lnTo>
                <a:lnTo>
                  <a:pt x="1321447" y="1496225"/>
                </a:lnTo>
                <a:lnTo>
                  <a:pt x="1329956" y="1490484"/>
                </a:lnTo>
                <a:lnTo>
                  <a:pt x="1335684" y="1481988"/>
                </a:lnTo>
                <a:lnTo>
                  <a:pt x="1337792" y="1471561"/>
                </a:lnTo>
                <a:close/>
              </a:path>
              <a:path w="1498600" h="1498600">
                <a:moveTo>
                  <a:pt x="1498333" y="1203998"/>
                </a:moveTo>
                <a:lnTo>
                  <a:pt x="856195" y="1203998"/>
                </a:lnTo>
                <a:lnTo>
                  <a:pt x="856195" y="1257515"/>
                </a:lnTo>
                <a:lnTo>
                  <a:pt x="858291" y="1267942"/>
                </a:lnTo>
                <a:lnTo>
                  <a:pt x="864031" y="1276438"/>
                </a:lnTo>
                <a:lnTo>
                  <a:pt x="872528" y="1282179"/>
                </a:lnTo>
                <a:lnTo>
                  <a:pt x="882954" y="1284274"/>
                </a:lnTo>
                <a:lnTo>
                  <a:pt x="1471574" y="1284274"/>
                </a:lnTo>
                <a:lnTo>
                  <a:pt x="1481988" y="1282179"/>
                </a:lnTo>
                <a:lnTo>
                  <a:pt x="1490497" y="1276438"/>
                </a:lnTo>
                <a:lnTo>
                  <a:pt x="1496225" y="1267942"/>
                </a:lnTo>
                <a:lnTo>
                  <a:pt x="1498333" y="1257515"/>
                </a:lnTo>
                <a:lnTo>
                  <a:pt x="1498333" y="1203998"/>
                </a:lnTo>
                <a:close/>
              </a:path>
              <a:path w="1498600" h="1498600">
                <a:moveTo>
                  <a:pt x="1498333" y="802678"/>
                </a:moveTo>
                <a:lnTo>
                  <a:pt x="1496225" y="792251"/>
                </a:lnTo>
                <a:lnTo>
                  <a:pt x="1490497" y="783755"/>
                </a:lnTo>
                <a:lnTo>
                  <a:pt x="1481988" y="778014"/>
                </a:lnTo>
                <a:lnTo>
                  <a:pt x="1471574" y="775919"/>
                </a:lnTo>
                <a:lnTo>
                  <a:pt x="1418069" y="775919"/>
                </a:lnTo>
                <a:lnTo>
                  <a:pt x="1418069" y="882942"/>
                </a:lnTo>
                <a:lnTo>
                  <a:pt x="1418069" y="1043482"/>
                </a:lnTo>
                <a:lnTo>
                  <a:pt x="1415961" y="1053896"/>
                </a:lnTo>
                <a:lnTo>
                  <a:pt x="1410233" y="1062393"/>
                </a:lnTo>
                <a:lnTo>
                  <a:pt x="1401724" y="1068133"/>
                </a:lnTo>
                <a:lnTo>
                  <a:pt x="1391310" y="1070241"/>
                </a:lnTo>
                <a:lnTo>
                  <a:pt x="1380883" y="1068133"/>
                </a:lnTo>
                <a:lnTo>
                  <a:pt x="1372387" y="1062393"/>
                </a:lnTo>
                <a:lnTo>
                  <a:pt x="1366647" y="1053896"/>
                </a:lnTo>
                <a:lnTo>
                  <a:pt x="1364551" y="1043482"/>
                </a:lnTo>
                <a:lnTo>
                  <a:pt x="1364551" y="909701"/>
                </a:lnTo>
                <a:lnTo>
                  <a:pt x="1337792" y="909701"/>
                </a:lnTo>
                <a:lnTo>
                  <a:pt x="1327378" y="907592"/>
                </a:lnTo>
                <a:lnTo>
                  <a:pt x="1318869" y="901865"/>
                </a:lnTo>
                <a:lnTo>
                  <a:pt x="1313141" y="893356"/>
                </a:lnTo>
                <a:lnTo>
                  <a:pt x="1311046" y="882942"/>
                </a:lnTo>
                <a:lnTo>
                  <a:pt x="1313141" y="872528"/>
                </a:lnTo>
                <a:lnTo>
                  <a:pt x="1318869" y="864031"/>
                </a:lnTo>
                <a:lnTo>
                  <a:pt x="1327378" y="858291"/>
                </a:lnTo>
                <a:lnTo>
                  <a:pt x="1337792" y="856195"/>
                </a:lnTo>
                <a:lnTo>
                  <a:pt x="1391310" y="856195"/>
                </a:lnTo>
                <a:lnTo>
                  <a:pt x="1401724" y="858291"/>
                </a:lnTo>
                <a:lnTo>
                  <a:pt x="1410233" y="864031"/>
                </a:lnTo>
                <a:lnTo>
                  <a:pt x="1415961" y="872528"/>
                </a:lnTo>
                <a:lnTo>
                  <a:pt x="1418069" y="882942"/>
                </a:lnTo>
                <a:lnTo>
                  <a:pt x="1418069" y="775919"/>
                </a:lnTo>
                <a:lnTo>
                  <a:pt x="1257528" y="775919"/>
                </a:lnTo>
                <a:lnTo>
                  <a:pt x="1257528" y="936459"/>
                </a:lnTo>
                <a:lnTo>
                  <a:pt x="1257528" y="989965"/>
                </a:lnTo>
                <a:lnTo>
                  <a:pt x="1251216" y="1021207"/>
                </a:lnTo>
                <a:lnTo>
                  <a:pt x="1234020" y="1046721"/>
                </a:lnTo>
                <a:lnTo>
                  <a:pt x="1208506" y="1063929"/>
                </a:lnTo>
                <a:lnTo>
                  <a:pt x="1177264" y="1070241"/>
                </a:lnTo>
                <a:lnTo>
                  <a:pt x="1146009" y="1063929"/>
                </a:lnTo>
                <a:lnTo>
                  <a:pt x="1120495" y="1046721"/>
                </a:lnTo>
                <a:lnTo>
                  <a:pt x="1103299" y="1021207"/>
                </a:lnTo>
                <a:lnTo>
                  <a:pt x="1097000" y="989965"/>
                </a:lnTo>
                <a:lnTo>
                  <a:pt x="1097000" y="936459"/>
                </a:lnTo>
                <a:lnTo>
                  <a:pt x="1103299" y="905205"/>
                </a:lnTo>
                <a:lnTo>
                  <a:pt x="1120495" y="879703"/>
                </a:lnTo>
                <a:lnTo>
                  <a:pt x="1146009" y="862495"/>
                </a:lnTo>
                <a:lnTo>
                  <a:pt x="1177264" y="856195"/>
                </a:lnTo>
                <a:lnTo>
                  <a:pt x="1208506" y="862495"/>
                </a:lnTo>
                <a:lnTo>
                  <a:pt x="1234020" y="879703"/>
                </a:lnTo>
                <a:lnTo>
                  <a:pt x="1251216" y="905205"/>
                </a:lnTo>
                <a:lnTo>
                  <a:pt x="1257528" y="936459"/>
                </a:lnTo>
                <a:lnTo>
                  <a:pt x="1257528" y="775919"/>
                </a:lnTo>
                <a:lnTo>
                  <a:pt x="1043482" y="775919"/>
                </a:lnTo>
                <a:lnTo>
                  <a:pt x="1043482" y="882942"/>
                </a:lnTo>
                <a:lnTo>
                  <a:pt x="1043482" y="1043482"/>
                </a:lnTo>
                <a:lnTo>
                  <a:pt x="1041374" y="1053896"/>
                </a:lnTo>
                <a:lnTo>
                  <a:pt x="1035646" y="1062393"/>
                </a:lnTo>
                <a:lnTo>
                  <a:pt x="1027137" y="1068133"/>
                </a:lnTo>
                <a:lnTo>
                  <a:pt x="1016723" y="1070241"/>
                </a:lnTo>
                <a:lnTo>
                  <a:pt x="1006309" y="1068133"/>
                </a:lnTo>
                <a:lnTo>
                  <a:pt x="997800" y="1062393"/>
                </a:lnTo>
                <a:lnTo>
                  <a:pt x="992073" y="1053896"/>
                </a:lnTo>
                <a:lnTo>
                  <a:pt x="989977" y="1043482"/>
                </a:lnTo>
                <a:lnTo>
                  <a:pt x="989977" y="909701"/>
                </a:lnTo>
                <a:lnTo>
                  <a:pt x="963218" y="909701"/>
                </a:lnTo>
                <a:lnTo>
                  <a:pt x="952792" y="907592"/>
                </a:lnTo>
                <a:lnTo>
                  <a:pt x="944295" y="901865"/>
                </a:lnTo>
                <a:lnTo>
                  <a:pt x="938555" y="893356"/>
                </a:lnTo>
                <a:lnTo>
                  <a:pt x="936459" y="882942"/>
                </a:lnTo>
                <a:lnTo>
                  <a:pt x="938555" y="872528"/>
                </a:lnTo>
                <a:lnTo>
                  <a:pt x="944295" y="864031"/>
                </a:lnTo>
                <a:lnTo>
                  <a:pt x="952792" y="858291"/>
                </a:lnTo>
                <a:lnTo>
                  <a:pt x="963218" y="856195"/>
                </a:lnTo>
                <a:lnTo>
                  <a:pt x="1016723" y="856195"/>
                </a:lnTo>
                <a:lnTo>
                  <a:pt x="1027137" y="858291"/>
                </a:lnTo>
                <a:lnTo>
                  <a:pt x="1035646" y="864031"/>
                </a:lnTo>
                <a:lnTo>
                  <a:pt x="1041374" y="872528"/>
                </a:lnTo>
                <a:lnTo>
                  <a:pt x="1043482" y="882942"/>
                </a:lnTo>
                <a:lnTo>
                  <a:pt x="1043482" y="775919"/>
                </a:lnTo>
                <a:lnTo>
                  <a:pt x="882954" y="775919"/>
                </a:lnTo>
                <a:lnTo>
                  <a:pt x="872528" y="778014"/>
                </a:lnTo>
                <a:lnTo>
                  <a:pt x="864031" y="783755"/>
                </a:lnTo>
                <a:lnTo>
                  <a:pt x="858291" y="792251"/>
                </a:lnTo>
                <a:lnTo>
                  <a:pt x="856195" y="802678"/>
                </a:lnTo>
                <a:lnTo>
                  <a:pt x="856195" y="1150505"/>
                </a:lnTo>
                <a:lnTo>
                  <a:pt x="1498333" y="1150505"/>
                </a:lnTo>
                <a:lnTo>
                  <a:pt x="1498333" y="1070241"/>
                </a:lnTo>
                <a:lnTo>
                  <a:pt x="1498333" y="856195"/>
                </a:lnTo>
                <a:lnTo>
                  <a:pt x="1498333" y="802678"/>
                </a:lnTo>
                <a:close/>
              </a:path>
            </a:pathLst>
          </a:custGeom>
          <a:solidFill>
            <a:srgbClr val="2DC2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62759" y="3424211"/>
            <a:ext cx="1564005" cy="1498600"/>
          </a:xfrm>
          <a:custGeom>
            <a:avLst/>
            <a:gdLst/>
            <a:ahLst/>
            <a:cxnLst/>
            <a:rect l="l" t="t" r="r" b="b"/>
            <a:pathLst>
              <a:path w="1564004" h="1498600">
                <a:moveTo>
                  <a:pt x="544296" y="801268"/>
                </a:moveTo>
                <a:lnTo>
                  <a:pt x="534377" y="782320"/>
                </a:lnTo>
                <a:lnTo>
                  <a:pt x="376834" y="625678"/>
                </a:lnTo>
                <a:lnTo>
                  <a:pt x="534377" y="469036"/>
                </a:lnTo>
                <a:lnTo>
                  <a:pt x="543801" y="451993"/>
                </a:lnTo>
                <a:lnTo>
                  <a:pt x="543318" y="434022"/>
                </a:lnTo>
                <a:lnTo>
                  <a:pt x="534123" y="418566"/>
                </a:lnTo>
                <a:lnTo>
                  <a:pt x="517359" y="409067"/>
                </a:lnTo>
                <a:lnTo>
                  <a:pt x="508025" y="407695"/>
                </a:lnTo>
                <a:lnTo>
                  <a:pt x="499021" y="408838"/>
                </a:lnTo>
                <a:lnTo>
                  <a:pt x="301650" y="600621"/>
                </a:lnTo>
                <a:lnTo>
                  <a:pt x="290906" y="625678"/>
                </a:lnTo>
                <a:lnTo>
                  <a:pt x="293598" y="639127"/>
                </a:lnTo>
                <a:lnTo>
                  <a:pt x="483349" y="833335"/>
                </a:lnTo>
                <a:lnTo>
                  <a:pt x="508419" y="843191"/>
                </a:lnTo>
                <a:lnTo>
                  <a:pt x="529221" y="836828"/>
                </a:lnTo>
                <a:lnTo>
                  <a:pt x="541870" y="821143"/>
                </a:lnTo>
                <a:lnTo>
                  <a:pt x="544296" y="801268"/>
                </a:lnTo>
                <a:close/>
              </a:path>
              <a:path w="1564004" h="1498600">
                <a:moveTo>
                  <a:pt x="939406" y="413867"/>
                </a:moveTo>
                <a:lnTo>
                  <a:pt x="934262" y="396748"/>
                </a:lnTo>
                <a:lnTo>
                  <a:pt x="921385" y="383997"/>
                </a:lnTo>
                <a:lnTo>
                  <a:pt x="903147" y="378625"/>
                </a:lnTo>
                <a:lnTo>
                  <a:pt x="893610" y="379907"/>
                </a:lnTo>
                <a:lnTo>
                  <a:pt x="629246" y="819023"/>
                </a:lnTo>
                <a:lnTo>
                  <a:pt x="624192" y="837234"/>
                </a:lnTo>
                <a:lnTo>
                  <a:pt x="629031" y="854595"/>
                </a:lnTo>
                <a:lnTo>
                  <a:pt x="641591" y="867613"/>
                </a:lnTo>
                <a:lnTo>
                  <a:pt x="659688" y="872731"/>
                </a:lnTo>
                <a:lnTo>
                  <a:pt x="668985" y="871448"/>
                </a:lnTo>
                <a:lnTo>
                  <a:pt x="934478" y="432333"/>
                </a:lnTo>
                <a:lnTo>
                  <a:pt x="939406" y="413867"/>
                </a:lnTo>
                <a:close/>
              </a:path>
              <a:path w="1564004" h="1498600">
                <a:moveTo>
                  <a:pt x="1272832" y="625678"/>
                </a:moveTo>
                <a:lnTo>
                  <a:pt x="1270152" y="612228"/>
                </a:lnTo>
                <a:lnTo>
                  <a:pt x="1262087" y="600621"/>
                </a:lnTo>
                <a:lnTo>
                  <a:pt x="1080389" y="418020"/>
                </a:lnTo>
                <a:lnTo>
                  <a:pt x="1063345" y="408584"/>
                </a:lnTo>
                <a:lnTo>
                  <a:pt x="1045362" y="409067"/>
                </a:lnTo>
                <a:lnTo>
                  <a:pt x="1029906" y="418261"/>
                </a:lnTo>
                <a:lnTo>
                  <a:pt x="1020406" y="435025"/>
                </a:lnTo>
                <a:lnTo>
                  <a:pt x="1019035" y="444360"/>
                </a:lnTo>
                <a:lnTo>
                  <a:pt x="1020178" y="453364"/>
                </a:lnTo>
                <a:lnTo>
                  <a:pt x="1023683" y="461708"/>
                </a:lnTo>
                <a:lnTo>
                  <a:pt x="1029360" y="469036"/>
                </a:lnTo>
                <a:lnTo>
                  <a:pt x="1186002" y="625678"/>
                </a:lnTo>
                <a:lnTo>
                  <a:pt x="1029360" y="782320"/>
                </a:lnTo>
                <a:lnTo>
                  <a:pt x="1019429" y="801268"/>
                </a:lnTo>
                <a:lnTo>
                  <a:pt x="1021753" y="821143"/>
                </a:lnTo>
                <a:lnTo>
                  <a:pt x="1034148" y="836828"/>
                </a:lnTo>
                <a:lnTo>
                  <a:pt x="1054430" y="843191"/>
                </a:lnTo>
                <a:lnTo>
                  <a:pt x="1061631" y="842530"/>
                </a:lnTo>
                <a:lnTo>
                  <a:pt x="1262087" y="650735"/>
                </a:lnTo>
                <a:lnTo>
                  <a:pt x="1270152" y="639127"/>
                </a:lnTo>
                <a:lnTo>
                  <a:pt x="1272832" y="625678"/>
                </a:lnTo>
                <a:close/>
              </a:path>
              <a:path w="1564004" h="1498600">
                <a:moveTo>
                  <a:pt x="1563738" y="96672"/>
                </a:moveTo>
                <a:lnTo>
                  <a:pt x="1556054" y="59283"/>
                </a:lnTo>
                <a:lnTo>
                  <a:pt x="1535201" y="28524"/>
                </a:lnTo>
                <a:lnTo>
                  <a:pt x="1504454" y="7670"/>
                </a:lnTo>
                <a:lnTo>
                  <a:pt x="1467065" y="0"/>
                </a:lnTo>
                <a:lnTo>
                  <a:pt x="96672" y="0"/>
                </a:lnTo>
                <a:lnTo>
                  <a:pt x="58915" y="7670"/>
                </a:lnTo>
                <a:lnTo>
                  <a:pt x="28194" y="28524"/>
                </a:lnTo>
                <a:lnTo>
                  <a:pt x="7556" y="59283"/>
                </a:lnTo>
                <a:lnTo>
                  <a:pt x="0" y="96672"/>
                </a:lnTo>
                <a:lnTo>
                  <a:pt x="0" y="1154684"/>
                </a:lnTo>
                <a:lnTo>
                  <a:pt x="7556" y="1192441"/>
                </a:lnTo>
                <a:lnTo>
                  <a:pt x="28194" y="1223162"/>
                </a:lnTo>
                <a:lnTo>
                  <a:pt x="58915" y="1243799"/>
                </a:lnTo>
                <a:lnTo>
                  <a:pt x="96672" y="1251356"/>
                </a:lnTo>
                <a:lnTo>
                  <a:pt x="441286" y="1251356"/>
                </a:lnTo>
                <a:lnTo>
                  <a:pt x="441286" y="1131417"/>
                </a:lnTo>
                <a:lnTo>
                  <a:pt x="441286" y="1095603"/>
                </a:lnTo>
                <a:lnTo>
                  <a:pt x="441286" y="1004303"/>
                </a:lnTo>
                <a:lnTo>
                  <a:pt x="387134" y="1004303"/>
                </a:lnTo>
                <a:lnTo>
                  <a:pt x="387134" y="1113510"/>
                </a:lnTo>
                <a:lnTo>
                  <a:pt x="382765" y="1125816"/>
                </a:lnTo>
                <a:lnTo>
                  <a:pt x="369671" y="1131417"/>
                </a:lnTo>
                <a:lnTo>
                  <a:pt x="298069" y="1131417"/>
                </a:lnTo>
                <a:lnTo>
                  <a:pt x="284480" y="1125816"/>
                </a:lnTo>
                <a:lnTo>
                  <a:pt x="279946" y="1113510"/>
                </a:lnTo>
                <a:lnTo>
                  <a:pt x="284480" y="1101191"/>
                </a:lnTo>
                <a:lnTo>
                  <a:pt x="298069" y="1095603"/>
                </a:lnTo>
                <a:lnTo>
                  <a:pt x="369671" y="1095603"/>
                </a:lnTo>
                <a:lnTo>
                  <a:pt x="382765" y="1101191"/>
                </a:lnTo>
                <a:lnTo>
                  <a:pt x="387134" y="1113510"/>
                </a:lnTo>
                <a:lnTo>
                  <a:pt x="387134" y="1004303"/>
                </a:lnTo>
                <a:lnTo>
                  <a:pt x="214376" y="1004303"/>
                </a:lnTo>
                <a:lnTo>
                  <a:pt x="214376" y="1113510"/>
                </a:lnTo>
                <a:lnTo>
                  <a:pt x="210007" y="1125816"/>
                </a:lnTo>
                <a:lnTo>
                  <a:pt x="196913" y="1131417"/>
                </a:lnTo>
                <a:lnTo>
                  <a:pt x="124409" y="1131417"/>
                </a:lnTo>
                <a:lnTo>
                  <a:pt x="111328" y="1125816"/>
                </a:lnTo>
                <a:lnTo>
                  <a:pt x="106959" y="1113510"/>
                </a:lnTo>
                <a:lnTo>
                  <a:pt x="111328" y="1101191"/>
                </a:lnTo>
                <a:lnTo>
                  <a:pt x="124409" y="1095603"/>
                </a:lnTo>
                <a:lnTo>
                  <a:pt x="196913" y="1095603"/>
                </a:lnTo>
                <a:lnTo>
                  <a:pt x="210007" y="1101191"/>
                </a:lnTo>
                <a:lnTo>
                  <a:pt x="214376" y="1113510"/>
                </a:lnTo>
                <a:lnTo>
                  <a:pt x="214376" y="1004303"/>
                </a:lnTo>
                <a:lnTo>
                  <a:pt x="71602" y="1004303"/>
                </a:lnTo>
                <a:lnTo>
                  <a:pt x="71602" y="247053"/>
                </a:lnTo>
                <a:lnTo>
                  <a:pt x="1492123" y="247053"/>
                </a:lnTo>
                <a:lnTo>
                  <a:pt x="1492123" y="1004303"/>
                </a:lnTo>
                <a:lnTo>
                  <a:pt x="477088" y="1004303"/>
                </a:lnTo>
                <a:lnTo>
                  <a:pt x="477088" y="1251356"/>
                </a:lnTo>
                <a:lnTo>
                  <a:pt x="644664" y="1251356"/>
                </a:lnTo>
                <a:lnTo>
                  <a:pt x="630021" y="1273949"/>
                </a:lnTo>
                <a:lnTo>
                  <a:pt x="605751" y="1294777"/>
                </a:lnTo>
                <a:lnTo>
                  <a:pt x="576199" y="1311821"/>
                </a:lnTo>
                <a:lnTo>
                  <a:pt x="543255" y="1326896"/>
                </a:lnTo>
                <a:lnTo>
                  <a:pt x="508787" y="1341805"/>
                </a:lnTo>
                <a:lnTo>
                  <a:pt x="474687" y="1358341"/>
                </a:lnTo>
                <a:lnTo>
                  <a:pt x="442836" y="1378318"/>
                </a:lnTo>
                <a:lnTo>
                  <a:pt x="415099" y="1403540"/>
                </a:lnTo>
                <a:lnTo>
                  <a:pt x="393369" y="1435798"/>
                </a:lnTo>
                <a:lnTo>
                  <a:pt x="379526" y="1476908"/>
                </a:lnTo>
                <a:lnTo>
                  <a:pt x="379933" y="1485188"/>
                </a:lnTo>
                <a:lnTo>
                  <a:pt x="383438" y="1492021"/>
                </a:lnTo>
                <a:lnTo>
                  <a:pt x="389458" y="1496682"/>
                </a:lnTo>
                <a:lnTo>
                  <a:pt x="397421" y="1498396"/>
                </a:lnTo>
                <a:lnTo>
                  <a:pt x="1166317" y="1498396"/>
                </a:lnTo>
                <a:lnTo>
                  <a:pt x="1173886" y="1496555"/>
                </a:lnTo>
                <a:lnTo>
                  <a:pt x="1179855" y="1491691"/>
                </a:lnTo>
                <a:lnTo>
                  <a:pt x="1183309" y="1484807"/>
                </a:lnTo>
                <a:lnTo>
                  <a:pt x="1183322" y="1476908"/>
                </a:lnTo>
                <a:lnTo>
                  <a:pt x="1169073" y="1435417"/>
                </a:lnTo>
                <a:lnTo>
                  <a:pt x="1147089" y="1402956"/>
                </a:lnTo>
                <a:lnTo>
                  <a:pt x="1087361" y="1357782"/>
                </a:lnTo>
                <a:lnTo>
                  <a:pt x="1018984" y="1326654"/>
                </a:lnTo>
                <a:lnTo>
                  <a:pt x="986193" y="1311770"/>
                </a:lnTo>
                <a:lnTo>
                  <a:pt x="956805" y="1294879"/>
                </a:lnTo>
                <a:lnTo>
                  <a:pt x="932675" y="1274140"/>
                </a:lnTo>
                <a:lnTo>
                  <a:pt x="917994" y="1251356"/>
                </a:lnTo>
                <a:lnTo>
                  <a:pt x="1467065" y="1251356"/>
                </a:lnTo>
                <a:lnTo>
                  <a:pt x="1504454" y="1243799"/>
                </a:lnTo>
                <a:lnTo>
                  <a:pt x="1535201" y="1223162"/>
                </a:lnTo>
                <a:lnTo>
                  <a:pt x="1556054" y="1192441"/>
                </a:lnTo>
                <a:lnTo>
                  <a:pt x="1563738" y="1154684"/>
                </a:lnTo>
                <a:lnTo>
                  <a:pt x="1563738" y="247053"/>
                </a:lnTo>
                <a:lnTo>
                  <a:pt x="1563738" y="96672"/>
                </a:lnTo>
                <a:close/>
              </a:path>
            </a:pathLst>
          </a:custGeom>
          <a:solidFill>
            <a:srgbClr val="2DC29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419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7055461" y="562607"/>
            <a:ext cx="325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DM Sans"/>
                <a:cs typeface="DM Sans"/>
              </a:rPr>
              <a:t>06</a:t>
            </a:r>
            <a:endParaRPr sz="1800">
              <a:latin typeface="DM Sans"/>
              <a:cs typeface="DM San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  <a:latin typeface="DM Sans"/>
                <a:cs typeface="DM Sans"/>
              </a:rPr>
              <a:t>Security</a:t>
            </a:r>
            <a:r>
              <a:rPr spc="-10" dirty="0">
                <a:solidFill>
                  <a:srgbClr val="FFFFFF"/>
                </a:solidFill>
                <a:latin typeface="DM Sans"/>
                <a:cs typeface="DM Sans"/>
              </a:rPr>
              <a:t> Approach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1287" y="6476622"/>
            <a:ext cx="8115297" cy="246697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25" y="6476622"/>
            <a:ext cx="8115294" cy="246697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1278" y="3737609"/>
            <a:ext cx="8115293" cy="250507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3737609"/>
            <a:ext cx="8115299" cy="250507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492308" y="6888396"/>
            <a:ext cx="4835525" cy="1301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Less</a:t>
            </a:r>
            <a:r>
              <a:rPr sz="2900" spc="-6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DM Sans"/>
                <a:cs typeface="DM Sans"/>
              </a:rPr>
              <a:t>stored</a:t>
            </a:r>
            <a:r>
              <a:rPr sz="2900" spc="-6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on</a:t>
            </a:r>
            <a:r>
              <a:rPr sz="2900" spc="-6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sz="2900" spc="-6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DM Sans"/>
                <a:cs typeface="DM Sans"/>
              </a:rPr>
              <a:t>server</a:t>
            </a:r>
            <a:endParaRPr sz="290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Backend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keeps</a:t>
            </a:r>
            <a:r>
              <a:rPr sz="1950" spc="-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metadata</a:t>
            </a:r>
            <a:r>
              <a:rPr sz="1950" spc="-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only,</a:t>
            </a:r>
            <a:r>
              <a:rPr sz="1950" spc="-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while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20" dirty="0">
                <a:solidFill>
                  <a:srgbClr val="FFFFFF"/>
                </a:solidFill>
                <a:latin typeface="DM Sans"/>
                <a:cs typeface="DM Sans"/>
              </a:rPr>
              <a:t>file 	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contents</a:t>
            </a:r>
            <a:r>
              <a:rPr sz="1950" spc="1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stay</a:t>
            </a:r>
            <a:r>
              <a:rPr sz="1950" spc="1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in</a:t>
            </a:r>
            <a:r>
              <a:rPr sz="1950" spc="1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25" dirty="0">
                <a:solidFill>
                  <a:srgbClr val="FFFFFF"/>
                </a:solidFill>
                <a:latin typeface="DM Sans"/>
                <a:cs typeface="DM Sans"/>
              </a:rPr>
              <a:t>S3.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45433" y="6888396"/>
            <a:ext cx="4455160" cy="1301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0" dirty="0">
                <a:solidFill>
                  <a:srgbClr val="FFFFFF"/>
                </a:solidFill>
                <a:latin typeface="DM Sans"/>
                <a:cs typeface="DM Sans"/>
              </a:rPr>
              <a:t>Controlled</a:t>
            </a:r>
            <a:r>
              <a:rPr sz="2900" spc="-9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file</a:t>
            </a:r>
            <a:r>
              <a:rPr sz="2900" spc="-9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DM Sans"/>
                <a:cs typeface="DM Sans"/>
              </a:rPr>
              <a:t>transfers</a:t>
            </a:r>
            <a:endParaRPr sz="290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b="1" dirty="0">
                <a:solidFill>
                  <a:srgbClr val="2DC295"/>
                </a:solidFill>
                <a:latin typeface="DM Sans"/>
                <a:cs typeface="DM Sans"/>
              </a:rPr>
              <a:t>Pre-signed</a:t>
            </a:r>
            <a:r>
              <a:rPr sz="1950" b="1" spc="60" dirty="0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sz="1950" b="1" dirty="0">
                <a:solidFill>
                  <a:srgbClr val="2DC295"/>
                </a:solidFill>
                <a:latin typeface="DM Sans"/>
                <a:cs typeface="DM Sans"/>
              </a:rPr>
              <a:t>URLs</a:t>
            </a:r>
            <a:r>
              <a:rPr sz="1950" b="1" spc="135" dirty="0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allow</a:t>
            </a:r>
            <a:r>
              <a:rPr sz="1950" spc="7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time-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limited 	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uploads</a:t>
            </a:r>
            <a:r>
              <a:rPr sz="1950" spc="4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sz="1950" spc="4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downloads</a:t>
            </a:r>
            <a:r>
              <a:rPr sz="1950" spc="4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to</a:t>
            </a:r>
            <a:r>
              <a:rPr sz="1950" spc="4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25" dirty="0">
                <a:solidFill>
                  <a:srgbClr val="FFFFFF"/>
                </a:solidFill>
                <a:latin typeface="DM Sans"/>
                <a:cs typeface="DM Sans"/>
              </a:rPr>
              <a:t>S3.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92308" y="4149380"/>
            <a:ext cx="4418965" cy="1301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Safer</a:t>
            </a:r>
            <a:r>
              <a:rPr sz="2900" spc="-114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DM Sans"/>
                <a:cs typeface="DM Sans"/>
              </a:rPr>
              <a:t>credential</a:t>
            </a:r>
            <a:r>
              <a:rPr sz="2900" spc="-114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DM Sans"/>
                <a:cs typeface="DM Sans"/>
              </a:rPr>
              <a:t>handling</a:t>
            </a:r>
            <a:endParaRPr sz="290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Passwords</a:t>
            </a:r>
            <a:r>
              <a:rPr sz="1950" spc="-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are</a:t>
            </a:r>
            <a:r>
              <a:rPr sz="1950" spc="-1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stored</a:t>
            </a:r>
            <a:r>
              <a:rPr sz="1950" spc="-1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using</a:t>
            </a:r>
            <a:r>
              <a:rPr sz="1950" spc="-1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hashing, 	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reducing</a:t>
            </a:r>
            <a:r>
              <a:rPr sz="1950" spc="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risk</a:t>
            </a:r>
            <a:r>
              <a:rPr sz="1950" spc="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if</a:t>
            </a:r>
            <a:r>
              <a:rPr sz="1950" spc="3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data</a:t>
            </a:r>
            <a:r>
              <a:rPr sz="1950" spc="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is</a:t>
            </a:r>
            <a:r>
              <a:rPr sz="1950" spc="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exposed.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45433" y="4149380"/>
            <a:ext cx="5362575" cy="1301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5" dirty="0">
                <a:solidFill>
                  <a:srgbClr val="FFFFFF"/>
                </a:solidFill>
                <a:latin typeface="DM Sans"/>
                <a:cs typeface="DM Sans"/>
              </a:rPr>
              <a:t>Protected</a:t>
            </a:r>
            <a:r>
              <a:rPr sz="2900" spc="-1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account</a:t>
            </a:r>
            <a:r>
              <a:rPr sz="2900" spc="-1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DM Sans"/>
                <a:cs typeface="DM Sans"/>
              </a:rPr>
              <a:t>access</a:t>
            </a:r>
            <a:endParaRPr sz="290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JWT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login</a:t>
            </a:r>
            <a:r>
              <a:rPr sz="1950" spc="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tokens</a:t>
            </a:r>
            <a:r>
              <a:rPr sz="1950" spc="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help</a:t>
            </a:r>
            <a:r>
              <a:rPr sz="1950" spc="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ensure</a:t>
            </a:r>
            <a:r>
              <a:rPr sz="1950" spc="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only</a:t>
            </a:r>
            <a:r>
              <a:rPr sz="1950" spc="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signed-</a:t>
            </a:r>
            <a:r>
              <a:rPr sz="1950" spc="-25" dirty="0">
                <a:solidFill>
                  <a:srgbClr val="FFFFFF"/>
                </a:solidFill>
                <a:latin typeface="DM Sans"/>
                <a:cs typeface="DM Sans"/>
              </a:rPr>
              <a:t>in 	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users</a:t>
            </a:r>
            <a:r>
              <a:rPr sz="1950" spc="3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reach</a:t>
            </a:r>
            <a:r>
              <a:rPr sz="1950" spc="4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their</a:t>
            </a:r>
            <a:r>
              <a:rPr sz="1950" spc="4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files.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772811" y="7131977"/>
            <a:ext cx="1233170" cy="1150620"/>
          </a:xfrm>
          <a:custGeom>
            <a:avLst/>
            <a:gdLst/>
            <a:ahLst/>
            <a:cxnLst/>
            <a:rect l="l" t="t" r="r" b="b"/>
            <a:pathLst>
              <a:path w="1233170" h="1150620">
                <a:moveTo>
                  <a:pt x="584996" y="1103630"/>
                </a:moveTo>
                <a:lnTo>
                  <a:pt x="557517" y="1103630"/>
                </a:lnTo>
                <a:lnTo>
                  <a:pt x="559999" y="1112520"/>
                </a:lnTo>
                <a:lnTo>
                  <a:pt x="592924" y="1146810"/>
                </a:lnTo>
                <a:lnTo>
                  <a:pt x="604248" y="1150620"/>
                </a:lnTo>
                <a:lnTo>
                  <a:pt x="628568" y="1150620"/>
                </a:lnTo>
                <a:lnTo>
                  <a:pt x="664535" y="1127760"/>
                </a:lnTo>
                <a:lnTo>
                  <a:pt x="666059" y="1125220"/>
                </a:lnTo>
                <a:lnTo>
                  <a:pt x="616407" y="1125220"/>
                </a:lnTo>
                <a:lnTo>
                  <a:pt x="609538" y="1123950"/>
                </a:lnTo>
                <a:lnTo>
                  <a:pt x="603140" y="1122680"/>
                </a:lnTo>
                <a:lnTo>
                  <a:pt x="597349" y="1118870"/>
                </a:lnTo>
                <a:lnTo>
                  <a:pt x="592302" y="1115060"/>
                </a:lnTo>
                <a:lnTo>
                  <a:pt x="588138" y="1109980"/>
                </a:lnTo>
                <a:lnTo>
                  <a:pt x="584996" y="1103630"/>
                </a:lnTo>
                <a:close/>
              </a:path>
              <a:path w="1233170" h="1150620">
                <a:moveTo>
                  <a:pt x="665630" y="1056640"/>
                </a:moveTo>
                <a:lnTo>
                  <a:pt x="616407" y="1056640"/>
                </a:lnTo>
                <a:lnTo>
                  <a:pt x="623283" y="1057910"/>
                </a:lnTo>
                <a:lnTo>
                  <a:pt x="629685" y="1059180"/>
                </a:lnTo>
                <a:lnTo>
                  <a:pt x="650493" y="1090930"/>
                </a:lnTo>
                <a:lnTo>
                  <a:pt x="650481" y="1092200"/>
                </a:lnTo>
                <a:lnTo>
                  <a:pt x="650299" y="1097280"/>
                </a:lnTo>
                <a:lnTo>
                  <a:pt x="650254" y="1098550"/>
                </a:lnTo>
                <a:lnTo>
                  <a:pt x="616407" y="1125220"/>
                </a:lnTo>
                <a:lnTo>
                  <a:pt x="666059" y="1125220"/>
                </a:lnTo>
                <a:lnTo>
                  <a:pt x="669107" y="1120140"/>
                </a:lnTo>
                <a:lnTo>
                  <a:pt x="672691" y="1112520"/>
                </a:lnTo>
                <a:lnTo>
                  <a:pt x="675195" y="1104900"/>
                </a:lnTo>
                <a:lnTo>
                  <a:pt x="1107490" y="1103630"/>
                </a:lnTo>
                <a:lnTo>
                  <a:pt x="1113345" y="1098550"/>
                </a:lnTo>
                <a:lnTo>
                  <a:pt x="1113345" y="1083310"/>
                </a:lnTo>
                <a:lnTo>
                  <a:pt x="1107490" y="1078230"/>
                </a:lnTo>
                <a:lnTo>
                  <a:pt x="675449" y="1078230"/>
                </a:lnTo>
                <a:lnTo>
                  <a:pt x="672996" y="1069340"/>
                </a:lnTo>
                <a:lnTo>
                  <a:pt x="669382" y="1061720"/>
                </a:lnTo>
                <a:lnTo>
                  <a:pt x="665630" y="1056640"/>
                </a:lnTo>
                <a:close/>
              </a:path>
              <a:path w="1233170" h="1150620">
                <a:moveTo>
                  <a:pt x="616483" y="252730"/>
                </a:moveTo>
                <a:lnTo>
                  <a:pt x="544703" y="255270"/>
                </a:lnTo>
                <a:lnTo>
                  <a:pt x="480202" y="264160"/>
                </a:lnTo>
                <a:lnTo>
                  <a:pt x="425554" y="278130"/>
                </a:lnTo>
                <a:lnTo>
                  <a:pt x="383333" y="295910"/>
                </a:lnTo>
                <a:lnTo>
                  <a:pt x="346468" y="340360"/>
                </a:lnTo>
                <a:lnTo>
                  <a:pt x="346468" y="798830"/>
                </a:lnTo>
                <a:lnTo>
                  <a:pt x="369198" y="835660"/>
                </a:lnTo>
                <a:lnTo>
                  <a:pt x="431190" y="864870"/>
                </a:lnTo>
                <a:lnTo>
                  <a:pt x="508879" y="880110"/>
                </a:lnTo>
                <a:lnTo>
                  <a:pt x="554370" y="885190"/>
                </a:lnTo>
                <a:lnTo>
                  <a:pt x="603122" y="886460"/>
                </a:lnTo>
                <a:lnTo>
                  <a:pt x="603554" y="1032510"/>
                </a:lnTo>
                <a:lnTo>
                  <a:pt x="568182" y="1054100"/>
                </a:lnTo>
                <a:lnTo>
                  <a:pt x="557479" y="1078230"/>
                </a:lnTo>
                <a:lnTo>
                  <a:pt x="122199" y="1078230"/>
                </a:lnTo>
                <a:lnTo>
                  <a:pt x="116344" y="1084580"/>
                </a:lnTo>
                <a:lnTo>
                  <a:pt x="116344" y="1098550"/>
                </a:lnTo>
                <a:lnTo>
                  <a:pt x="122199" y="1104900"/>
                </a:lnTo>
                <a:lnTo>
                  <a:pt x="129412" y="1104900"/>
                </a:lnTo>
                <a:lnTo>
                  <a:pt x="584996" y="1103630"/>
                </a:lnTo>
                <a:lnTo>
                  <a:pt x="583012" y="1097280"/>
                </a:lnTo>
                <a:lnTo>
                  <a:pt x="582320" y="1090930"/>
                </a:lnTo>
                <a:lnTo>
                  <a:pt x="609538" y="1057910"/>
                </a:lnTo>
                <a:lnTo>
                  <a:pt x="616407" y="1056640"/>
                </a:lnTo>
                <a:lnTo>
                  <a:pt x="665630" y="1056640"/>
                </a:lnTo>
                <a:lnTo>
                  <a:pt x="659066" y="1047750"/>
                </a:lnTo>
                <a:lnTo>
                  <a:pt x="652728" y="1042670"/>
                </a:lnTo>
                <a:lnTo>
                  <a:pt x="645661" y="1037590"/>
                </a:lnTo>
                <a:lnTo>
                  <a:pt x="637956" y="1035050"/>
                </a:lnTo>
                <a:lnTo>
                  <a:pt x="629704" y="1032510"/>
                </a:lnTo>
                <a:lnTo>
                  <a:pt x="629272" y="886460"/>
                </a:lnTo>
                <a:lnTo>
                  <a:pt x="698046" y="882650"/>
                </a:lnTo>
                <a:lnTo>
                  <a:pt x="759604" y="873760"/>
                </a:lnTo>
                <a:lnTo>
                  <a:pt x="806862" y="861060"/>
                </a:lnTo>
                <a:lnTo>
                  <a:pt x="616483" y="861060"/>
                </a:lnTo>
                <a:lnTo>
                  <a:pt x="565592" y="859790"/>
                </a:lnTo>
                <a:lnTo>
                  <a:pt x="518288" y="854710"/>
                </a:lnTo>
                <a:lnTo>
                  <a:pt x="475578" y="848360"/>
                </a:lnTo>
                <a:lnTo>
                  <a:pt x="438467" y="839470"/>
                </a:lnTo>
                <a:lnTo>
                  <a:pt x="390351" y="820420"/>
                </a:lnTo>
                <a:lnTo>
                  <a:pt x="372706" y="798830"/>
                </a:lnTo>
                <a:lnTo>
                  <a:pt x="372706" y="685800"/>
                </a:lnTo>
                <a:lnTo>
                  <a:pt x="435040" y="685800"/>
                </a:lnTo>
                <a:lnTo>
                  <a:pt x="411052" y="676910"/>
                </a:lnTo>
                <a:lnTo>
                  <a:pt x="390351" y="666750"/>
                </a:lnTo>
                <a:lnTo>
                  <a:pt x="377268" y="656590"/>
                </a:lnTo>
                <a:lnTo>
                  <a:pt x="372706" y="646430"/>
                </a:lnTo>
                <a:lnTo>
                  <a:pt x="372706" y="533400"/>
                </a:lnTo>
                <a:lnTo>
                  <a:pt x="438467" y="533400"/>
                </a:lnTo>
                <a:lnTo>
                  <a:pt x="411052" y="524510"/>
                </a:lnTo>
                <a:lnTo>
                  <a:pt x="390351" y="514350"/>
                </a:lnTo>
                <a:lnTo>
                  <a:pt x="377268" y="504190"/>
                </a:lnTo>
                <a:lnTo>
                  <a:pt x="372706" y="492760"/>
                </a:lnTo>
                <a:lnTo>
                  <a:pt x="372706" y="381000"/>
                </a:lnTo>
                <a:lnTo>
                  <a:pt x="438467" y="381000"/>
                </a:lnTo>
                <a:lnTo>
                  <a:pt x="411052" y="372110"/>
                </a:lnTo>
                <a:lnTo>
                  <a:pt x="390351" y="361950"/>
                </a:lnTo>
                <a:lnTo>
                  <a:pt x="377268" y="351790"/>
                </a:lnTo>
                <a:lnTo>
                  <a:pt x="372706" y="340360"/>
                </a:lnTo>
                <a:lnTo>
                  <a:pt x="381414" y="323850"/>
                </a:lnTo>
                <a:lnTo>
                  <a:pt x="444107" y="297180"/>
                </a:lnTo>
                <a:lnTo>
                  <a:pt x="493445" y="287020"/>
                </a:lnTo>
                <a:lnTo>
                  <a:pt x="551678" y="280670"/>
                </a:lnTo>
                <a:lnTo>
                  <a:pt x="616483" y="278130"/>
                </a:lnTo>
                <a:lnTo>
                  <a:pt x="808853" y="278130"/>
                </a:lnTo>
                <a:lnTo>
                  <a:pt x="801789" y="275590"/>
                </a:lnTo>
                <a:lnTo>
                  <a:pt x="762853" y="265430"/>
                </a:lnTo>
                <a:lnTo>
                  <a:pt x="718285" y="259080"/>
                </a:lnTo>
                <a:lnTo>
                  <a:pt x="669142" y="254000"/>
                </a:lnTo>
                <a:lnTo>
                  <a:pt x="616483" y="252730"/>
                </a:lnTo>
                <a:close/>
              </a:path>
              <a:path w="1233170" h="1150620">
                <a:moveTo>
                  <a:pt x="886510" y="684530"/>
                </a:moveTo>
                <a:lnTo>
                  <a:pt x="860272" y="684530"/>
                </a:lnTo>
                <a:lnTo>
                  <a:pt x="860272" y="798830"/>
                </a:lnTo>
                <a:lnTo>
                  <a:pt x="851564" y="815340"/>
                </a:lnTo>
                <a:lnTo>
                  <a:pt x="788870" y="842010"/>
                </a:lnTo>
                <a:lnTo>
                  <a:pt x="739530" y="852170"/>
                </a:lnTo>
                <a:lnTo>
                  <a:pt x="681293" y="858520"/>
                </a:lnTo>
                <a:lnTo>
                  <a:pt x="616483" y="861060"/>
                </a:lnTo>
                <a:lnTo>
                  <a:pt x="806862" y="861060"/>
                </a:lnTo>
                <a:lnTo>
                  <a:pt x="811588" y="859790"/>
                </a:lnTo>
                <a:lnTo>
                  <a:pt x="851639" y="842010"/>
                </a:lnTo>
                <a:lnTo>
                  <a:pt x="877400" y="821690"/>
                </a:lnTo>
                <a:lnTo>
                  <a:pt x="886510" y="798830"/>
                </a:lnTo>
                <a:lnTo>
                  <a:pt x="886510" y="684530"/>
                </a:lnTo>
                <a:close/>
              </a:path>
              <a:path w="1233170" h="1150620">
                <a:moveTo>
                  <a:pt x="435040" y="685800"/>
                </a:moveTo>
                <a:lnTo>
                  <a:pt x="372706" y="685800"/>
                </a:lnTo>
                <a:lnTo>
                  <a:pt x="384534" y="693420"/>
                </a:lnTo>
                <a:lnTo>
                  <a:pt x="431190" y="711200"/>
                </a:lnTo>
                <a:lnTo>
                  <a:pt x="470125" y="721360"/>
                </a:lnTo>
                <a:lnTo>
                  <a:pt x="514692" y="727710"/>
                </a:lnTo>
                <a:lnTo>
                  <a:pt x="563831" y="732790"/>
                </a:lnTo>
                <a:lnTo>
                  <a:pt x="616483" y="734060"/>
                </a:lnTo>
                <a:lnTo>
                  <a:pt x="678953" y="731520"/>
                </a:lnTo>
                <a:lnTo>
                  <a:pt x="736232" y="725170"/>
                </a:lnTo>
                <a:lnTo>
                  <a:pt x="786655" y="715010"/>
                </a:lnTo>
                <a:lnTo>
                  <a:pt x="809510" y="707390"/>
                </a:lnTo>
                <a:lnTo>
                  <a:pt x="616483" y="707390"/>
                </a:lnTo>
                <a:lnTo>
                  <a:pt x="565592" y="706120"/>
                </a:lnTo>
                <a:lnTo>
                  <a:pt x="518288" y="702310"/>
                </a:lnTo>
                <a:lnTo>
                  <a:pt x="475578" y="695960"/>
                </a:lnTo>
                <a:lnTo>
                  <a:pt x="438467" y="687070"/>
                </a:lnTo>
                <a:lnTo>
                  <a:pt x="435040" y="685800"/>
                </a:lnTo>
                <a:close/>
              </a:path>
              <a:path w="1233170" h="1150620">
                <a:moveTo>
                  <a:pt x="886510" y="530860"/>
                </a:moveTo>
                <a:lnTo>
                  <a:pt x="860272" y="530860"/>
                </a:lnTo>
                <a:lnTo>
                  <a:pt x="860272" y="646430"/>
                </a:lnTo>
                <a:lnTo>
                  <a:pt x="851564" y="662940"/>
                </a:lnTo>
                <a:lnTo>
                  <a:pt x="788870" y="689610"/>
                </a:lnTo>
                <a:lnTo>
                  <a:pt x="739530" y="699770"/>
                </a:lnTo>
                <a:lnTo>
                  <a:pt x="681293" y="706120"/>
                </a:lnTo>
                <a:lnTo>
                  <a:pt x="616483" y="707390"/>
                </a:lnTo>
                <a:lnTo>
                  <a:pt x="809510" y="707390"/>
                </a:lnTo>
                <a:lnTo>
                  <a:pt x="828556" y="701040"/>
                </a:lnTo>
                <a:lnTo>
                  <a:pt x="860272" y="684530"/>
                </a:lnTo>
                <a:lnTo>
                  <a:pt x="886510" y="684530"/>
                </a:lnTo>
                <a:lnTo>
                  <a:pt x="886510" y="530860"/>
                </a:lnTo>
                <a:close/>
              </a:path>
              <a:path w="1233170" h="1150620">
                <a:moveTo>
                  <a:pt x="465091" y="40640"/>
                </a:moveTo>
                <a:lnTo>
                  <a:pt x="444880" y="40640"/>
                </a:lnTo>
                <a:lnTo>
                  <a:pt x="396352" y="44450"/>
                </a:lnTo>
                <a:lnTo>
                  <a:pt x="351134" y="58420"/>
                </a:lnTo>
                <a:lnTo>
                  <a:pt x="310190" y="81280"/>
                </a:lnTo>
                <a:lnTo>
                  <a:pt x="274485" y="110490"/>
                </a:lnTo>
                <a:lnTo>
                  <a:pt x="246944" y="143510"/>
                </a:lnTo>
                <a:lnTo>
                  <a:pt x="225486" y="180340"/>
                </a:lnTo>
                <a:lnTo>
                  <a:pt x="210875" y="222250"/>
                </a:lnTo>
                <a:lnTo>
                  <a:pt x="203873" y="265430"/>
                </a:lnTo>
                <a:lnTo>
                  <a:pt x="187451" y="265430"/>
                </a:lnTo>
                <a:lnTo>
                  <a:pt x="114495" y="279400"/>
                </a:lnTo>
                <a:lnTo>
                  <a:pt x="54902" y="320040"/>
                </a:lnTo>
                <a:lnTo>
                  <a:pt x="14730" y="379730"/>
                </a:lnTo>
                <a:lnTo>
                  <a:pt x="0" y="452120"/>
                </a:lnTo>
                <a:lnTo>
                  <a:pt x="3808" y="490220"/>
                </a:lnTo>
                <a:lnTo>
                  <a:pt x="32012" y="557530"/>
                </a:lnTo>
                <a:lnTo>
                  <a:pt x="82651" y="608330"/>
                </a:lnTo>
                <a:lnTo>
                  <a:pt x="149680" y="636270"/>
                </a:lnTo>
                <a:lnTo>
                  <a:pt x="187451" y="640080"/>
                </a:lnTo>
                <a:lnTo>
                  <a:pt x="194703" y="640080"/>
                </a:lnTo>
                <a:lnTo>
                  <a:pt x="200583" y="633730"/>
                </a:lnTo>
                <a:lnTo>
                  <a:pt x="200583" y="619760"/>
                </a:lnTo>
                <a:lnTo>
                  <a:pt x="194703" y="613410"/>
                </a:lnTo>
                <a:lnTo>
                  <a:pt x="187451" y="613410"/>
                </a:lnTo>
                <a:lnTo>
                  <a:pt x="154963" y="610870"/>
                </a:lnTo>
                <a:lnTo>
                  <a:pt x="97315" y="586740"/>
                </a:lnTo>
                <a:lnTo>
                  <a:pt x="53773" y="542290"/>
                </a:lnTo>
                <a:lnTo>
                  <a:pt x="29524" y="485140"/>
                </a:lnTo>
                <a:lnTo>
                  <a:pt x="26250" y="452120"/>
                </a:lnTo>
                <a:lnTo>
                  <a:pt x="29524" y="420370"/>
                </a:lnTo>
                <a:lnTo>
                  <a:pt x="53773" y="361950"/>
                </a:lnTo>
                <a:lnTo>
                  <a:pt x="97315" y="318770"/>
                </a:lnTo>
                <a:lnTo>
                  <a:pt x="154963" y="294640"/>
                </a:lnTo>
                <a:lnTo>
                  <a:pt x="187451" y="290830"/>
                </a:lnTo>
                <a:lnTo>
                  <a:pt x="229459" y="290830"/>
                </a:lnTo>
                <a:lnTo>
                  <a:pt x="229501" y="280670"/>
                </a:lnTo>
                <a:lnTo>
                  <a:pt x="234045" y="237490"/>
                </a:lnTo>
                <a:lnTo>
                  <a:pt x="246703" y="196850"/>
                </a:lnTo>
                <a:lnTo>
                  <a:pt x="266620" y="161290"/>
                </a:lnTo>
                <a:lnTo>
                  <a:pt x="292938" y="129540"/>
                </a:lnTo>
                <a:lnTo>
                  <a:pt x="324753" y="102870"/>
                </a:lnTo>
                <a:lnTo>
                  <a:pt x="361256" y="83820"/>
                </a:lnTo>
                <a:lnTo>
                  <a:pt x="401585" y="71120"/>
                </a:lnTo>
                <a:lnTo>
                  <a:pt x="444880" y="66040"/>
                </a:lnTo>
                <a:lnTo>
                  <a:pt x="553969" y="66040"/>
                </a:lnTo>
                <a:lnTo>
                  <a:pt x="538654" y="59690"/>
                </a:lnTo>
                <a:lnTo>
                  <a:pt x="522782" y="53340"/>
                </a:lnTo>
                <a:lnTo>
                  <a:pt x="504108" y="46990"/>
                </a:lnTo>
                <a:lnTo>
                  <a:pt x="484855" y="43180"/>
                </a:lnTo>
                <a:lnTo>
                  <a:pt x="465091" y="40640"/>
                </a:lnTo>
                <a:close/>
              </a:path>
              <a:path w="1233170" h="1150620">
                <a:moveTo>
                  <a:pt x="896412" y="25400"/>
                </a:moveTo>
                <a:lnTo>
                  <a:pt x="781684" y="25400"/>
                </a:lnTo>
                <a:lnTo>
                  <a:pt x="822260" y="29210"/>
                </a:lnTo>
                <a:lnTo>
                  <a:pt x="860761" y="38100"/>
                </a:lnTo>
                <a:lnTo>
                  <a:pt x="896681" y="53340"/>
                </a:lnTo>
                <a:lnTo>
                  <a:pt x="929512" y="73660"/>
                </a:lnTo>
                <a:lnTo>
                  <a:pt x="959504" y="99060"/>
                </a:lnTo>
                <a:lnTo>
                  <a:pt x="985167" y="129540"/>
                </a:lnTo>
                <a:lnTo>
                  <a:pt x="1005958" y="162560"/>
                </a:lnTo>
                <a:lnTo>
                  <a:pt x="1021333" y="199390"/>
                </a:lnTo>
                <a:lnTo>
                  <a:pt x="1023861" y="207010"/>
                </a:lnTo>
                <a:lnTo>
                  <a:pt x="1032040" y="208280"/>
                </a:lnTo>
                <a:lnTo>
                  <a:pt x="1101380" y="231140"/>
                </a:lnTo>
                <a:lnTo>
                  <a:pt x="1157033" y="276860"/>
                </a:lnTo>
                <a:lnTo>
                  <a:pt x="1193487" y="336550"/>
                </a:lnTo>
                <a:lnTo>
                  <a:pt x="1206728" y="408940"/>
                </a:lnTo>
                <a:lnTo>
                  <a:pt x="1202620" y="449580"/>
                </a:lnTo>
                <a:lnTo>
                  <a:pt x="1190837" y="487680"/>
                </a:lnTo>
                <a:lnTo>
                  <a:pt x="1172192" y="521970"/>
                </a:lnTo>
                <a:lnTo>
                  <a:pt x="1147495" y="552450"/>
                </a:lnTo>
                <a:lnTo>
                  <a:pt x="1117563" y="576580"/>
                </a:lnTo>
                <a:lnTo>
                  <a:pt x="1083208" y="595630"/>
                </a:lnTo>
                <a:lnTo>
                  <a:pt x="1045243" y="607060"/>
                </a:lnTo>
                <a:lnTo>
                  <a:pt x="1004481" y="610870"/>
                </a:lnTo>
                <a:lnTo>
                  <a:pt x="997229" y="610870"/>
                </a:lnTo>
                <a:lnTo>
                  <a:pt x="991361" y="617220"/>
                </a:lnTo>
                <a:lnTo>
                  <a:pt x="991361" y="631190"/>
                </a:lnTo>
                <a:lnTo>
                  <a:pt x="997229" y="637540"/>
                </a:lnTo>
                <a:lnTo>
                  <a:pt x="1004481" y="637540"/>
                </a:lnTo>
                <a:lnTo>
                  <a:pt x="1050528" y="632460"/>
                </a:lnTo>
                <a:lnTo>
                  <a:pt x="1093419" y="619760"/>
                </a:lnTo>
                <a:lnTo>
                  <a:pt x="1132232" y="598170"/>
                </a:lnTo>
                <a:lnTo>
                  <a:pt x="1166050" y="570230"/>
                </a:lnTo>
                <a:lnTo>
                  <a:pt x="1193953" y="537210"/>
                </a:lnTo>
                <a:lnTo>
                  <a:pt x="1215021" y="497840"/>
                </a:lnTo>
                <a:lnTo>
                  <a:pt x="1228336" y="454660"/>
                </a:lnTo>
                <a:lnTo>
                  <a:pt x="1232979" y="408940"/>
                </a:lnTo>
                <a:lnTo>
                  <a:pt x="1229116" y="367030"/>
                </a:lnTo>
                <a:lnTo>
                  <a:pt x="1217988" y="327660"/>
                </a:lnTo>
                <a:lnTo>
                  <a:pt x="1200291" y="290830"/>
                </a:lnTo>
                <a:lnTo>
                  <a:pt x="1176718" y="259080"/>
                </a:lnTo>
                <a:lnTo>
                  <a:pt x="1149108" y="232410"/>
                </a:lnTo>
                <a:lnTo>
                  <a:pt x="1117307" y="210820"/>
                </a:lnTo>
                <a:lnTo>
                  <a:pt x="1081935" y="194310"/>
                </a:lnTo>
                <a:lnTo>
                  <a:pt x="1043609" y="184150"/>
                </a:lnTo>
                <a:lnTo>
                  <a:pt x="1026461" y="146050"/>
                </a:lnTo>
                <a:lnTo>
                  <a:pt x="1003942" y="110490"/>
                </a:lnTo>
                <a:lnTo>
                  <a:pt x="976578" y="78740"/>
                </a:lnTo>
                <a:lnTo>
                  <a:pt x="944892" y="52070"/>
                </a:lnTo>
                <a:lnTo>
                  <a:pt x="908616" y="30480"/>
                </a:lnTo>
                <a:lnTo>
                  <a:pt x="896412" y="25400"/>
                </a:lnTo>
                <a:close/>
              </a:path>
              <a:path w="1233170" h="1150620">
                <a:moveTo>
                  <a:pt x="438467" y="533400"/>
                </a:moveTo>
                <a:lnTo>
                  <a:pt x="372706" y="533400"/>
                </a:lnTo>
                <a:lnTo>
                  <a:pt x="384534" y="541020"/>
                </a:lnTo>
                <a:lnTo>
                  <a:pt x="431190" y="558800"/>
                </a:lnTo>
                <a:lnTo>
                  <a:pt x="470125" y="568960"/>
                </a:lnTo>
                <a:lnTo>
                  <a:pt x="514692" y="575310"/>
                </a:lnTo>
                <a:lnTo>
                  <a:pt x="563831" y="580390"/>
                </a:lnTo>
                <a:lnTo>
                  <a:pt x="616483" y="581660"/>
                </a:lnTo>
                <a:lnTo>
                  <a:pt x="678953" y="579120"/>
                </a:lnTo>
                <a:lnTo>
                  <a:pt x="736232" y="572770"/>
                </a:lnTo>
                <a:lnTo>
                  <a:pt x="786655" y="561340"/>
                </a:lnTo>
                <a:lnTo>
                  <a:pt x="805701" y="554990"/>
                </a:lnTo>
                <a:lnTo>
                  <a:pt x="616483" y="554990"/>
                </a:lnTo>
                <a:lnTo>
                  <a:pt x="565592" y="553720"/>
                </a:lnTo>
                <a:lnTo>
                  <a:pt x="518288" y="549910"/>
                </a:lnTo>
                <a:lnTo>
                  <a:pt x="475578" y="542290"/>
                </a:lnTo>
                <a:lnTo>
                  <a:pt x="438467" y="533400"/>
                </a:lnTo>
                <a:close/>
              </a:path>
              <a:path w="1233170" h="1150620">
                <a:moveTo>
                  <a:pt x="886510" y="378460"/>
                </a:moveTo>
                <a:lnTo>
                  <a:pt x="860272" y="378460"/>
                </a:lnTo>
                <a:lnTo>
                  <a:pt x="860272" y="492760"/>
                </a:lnTo>
                <a:lnTo>
                  <a:pt x="851564" y="509270"/>
                </a:lnTo>
                <a:lnTo>
                  <a:pt x="788870" y="537210"/>
                </a:lnTo>
                <a:lnTo>
                  <a:pt x="739530" y="546100"/>
                </a:lnTo>
                <a:lnTo>
                  <a:pt x="681293" y="552450"/>
                </a:lnTo>
                <a:lnTo>
                  <a:pt x="616483" y="554990"/>
                </a:lnTo>
                <a:lnTo>
                  <a:pt x="805701" y="554990"/>
                </a:lnTo>
                <a:lnTo>
                  <a:pt x="828556" y="547370"/>
                </a:lnTo>
                <a:lnTo>
                  <a:pt x="860272" y="530860"/>
                </a:lnTo>
                <a:lnTo>
                  <a:pt x="886510" y="530860"/>
                </a:lnTo>
                <a:lnTo>
                  <a:pt x="886510" y="378460"/>
                </a:lnTo>
                <a:close/>
              </a:path>
              <a:path w="1233170" h="1150620">
                <a:moveTo>
                  <a:pt x="438467" y="381000"/>
                </a:moveTo>
                <a:lnTo>
                  <a:pt x="372706" y="381000"/>
                </a:lnTo>
                <a:lnTo>
                  <a:pt x="384534" y="387350"/>
                </a:lnTo>
                <a:lnTo>
                  <a:pt x="398300" y="394970"/>
                </a:lnTo>
                <a:lnTo>
                  <a:pt x="413890" y="400050"/>
                </a:lnTo>
                <a:lnTo>
                  <a:pt x="431190" y="406400"/>
                </a:lnTo>
                <a:lnTo>
                  <a:pt x="470125" y="415290"/>
                </a:lnTo>
                <a:lnTo>
                  <a:pt x="514692" y="422910"/>
                </a:lnTo>
                <a:lnTo>
                  <a:pt x="563831" y="426720"/>
                </a:lnTo>
                <a:lnTo>
                  <a:pt x="616483" y="429260"/>
                </a:lnTo>
                <a:lnTo>
                  <a:pt x="678953" y="426720"/>
                </a:lnTo>
                <a:lnTo>
                  <a:pt x="736232" y="419100"/>
                </a:lnTo>
                <a:lnTo>
                  <a:pt x="786655" y="408940"/>
                </a:lnTo>
                <a:lnTo>
                  <a:pt x="805701" y="402590"/>
                </a:lnTo>
                <a:lnTo>
                  <a:pt x="616483" y="402590"/>
                </a:lnTo>
                <a:lnTo>
                  <a:pt x="565592" y="401320"/>
                </a:lnTo>
                <a:lnTo>
                  <a:pt x="518288" y="396240"/>
                </a:lnTo>
                <a:lnTo>
                  <a:pt x="475578" y="389890"/>
                </a:lnTo>
                <a:lnTo>
                  <a:pt x="438467" y="381000"/>
                </a:lnTo>
                <a:close/>
              </a:path>
              <a:path w="1233170" h="1150620">
                <a:moveTo>
                  <a:pt x="808853" y="278130"/>
                </a:moveTo>
                <a:lnTo>
                  <a:pt x="616483" y="278130"/>
                </a:lnTo>
                <a:lnTo>
                  <a:pt x="667381" y="280670"/>
                </a:lnTo>
                <a:lnTo>
                  <a:pt x="714689" y="284480"/>
                </a:lnTo>
                <a:lnTo>
                  <a:pt x="757401" y="290830"/>
                </a:lnTo>
                <a:lnTo>
                  <a:pt x="794511" y="299720"/>
                </a:lnTo>
                <a:lnTo>
                  <a:pt x="842627" y="320040"/>
                </a:lnTo>
                <a:lnTo>
                  <a:pt x="860272" y="340360"/>
                </a:lnTo>
                <a:lnTo>
                  <a:pt x="851564" y="356870"/>
                </a:lnTo>
                <a:lnTo>
                  <a:pt x="788870" y="384810"/>
                </a:lnTo>
                <a:lnTo>
                  <a:pt x="739530" y="393700"/>
                </a:lnTo>
                <a:lnTo>
                  <a:pt x="681293" y="400050"/>
                </a:lnTo>
                <a:lnTo>
                  <a:pt x="616483" y="402590"/>
                </a:lnTo>
                <a:lnTo>
                  <a:pt x="805701" y="402590"/>
                </a:lnTo>
                <a:lnTo>
                  <a:pt x="828556" y="394970"/>
                </a:lnTo>
                <a:lnTo>
                  <a:pt x="860272" y="378460"/>
                </a:lnTo>
                <a:lnTo>
                  <a:pt x="886510" y="378460"/>
                </a:lnTo>
                <a:lnTo>
                  <a:pt x="886510" y="340360"/>
                </a:lnTo>
                <a:lnTo>
                  <a:pt x="880634" y="321310"/>
                </a:lnTo>
                <a:lnTo>
                  <a:pt x="863780" y="303530"/>
                </a:lnTo>
                <a:lnTo>
                  <a:pt x="837111" y="288290"/>
                </a:lnTo>
                <a:lnTo>
                  <a:pt x="808853" y="278130"/>
                </a:lnTo>
                <a:close/>
              </a:path>
              <a:path w="1233170" h="1150620">
                <a:moveTo>
                  <a:pt x="229459" y="290830"/>
                </a:moveTo>
                <a:lnTo>
                  <a:pt x="192036" y="290830"/>
                </a:lnTo>
                <a:lnTo>
                  <a:pt x="196532" y="292100"/>
                </a:lnTo>
                <a:lnTo>
                  <a:pt x="205574" y="292100"/>
                </a:lnTo>
                <a:lnTo>
                  <a:pt x="210032" y="293370"/>
                </a:lnTo>
                <a:lnTo>
                  <a:pt x="229438" y="295910"/>
                </a:lnTo>
                <a:lnTo>
                  <a:pt x="229459" y="290830"/>
                </a:lnTo>
                <a:close/>
              </a:path>
              <a:path w="1233170" h="1150620">
                <a:moveTo>
                  <a:pt x="553969" y="66040"/>
                </a:moveTo>
                <a:lnTo>
                  <a:pt x="444880" y="66040"/>
                </a:lnTo>
                <a:lnTo>
                  <a:pt x="462962" y="67310"/>
                </a:lnTo>
                <a:lnTo>
                  <a:pt x="497771" y="72390"/>
                </a:lnTo>
                <a:lnTo>
                  <a:pt x="546931" y="91440"/>
                </a:lnTo>
                <a:lnTo>
                  <a:pt x="576389" y="111760"/>
                </a:lnTo>
                <a:lnTo>
                  <a:pt x="586028" y="118110"/>
                </a:lnTo>
                <a:lnTo>
                  <a:pt x="594131" y="109220"/>
                </a:lnTo>
                <a:lnTo>
                  <a:pt x="612768" y="91440"/>
                </a:lnTo>
                <a:lnTo>
                  <a:pt x="621547" y="83820"/>
                </a:lnTo>
                <a:lnTo>
                  <a:pt x="582764" y="83820"/>
                </a:lnTo>
                <a:lnTo>
                  <a:pt x="568686" y="74930"/>
                </a:lnTo>
                <a:lnTo>
                  <a:pt x="553969" y="66040"/>
                </a:lnTo>
                <a:close/>
              </a:path>
              <a:path w="1233170" h="1150620">
                <a:moveTo>
                  <a:pt x="781684" y="0"/>
                </a:moveTo>
                <a:lnTo>
                  <a:pt x="722972" y="6350"/>
                </a:lnTo>
                <a:lnTo>
                  <a:pt x="668451" y="24130"/>
                </a:lnTo>
                <a:lnTo>
                  <a:pt x="622622" y="49530"/>
                </a:lnTo>
                <a:lnTo>
                  <a:pt x="582764" y="83820"/>
                </a:lnTo>
                <a:lnTo>
                  <a:pt x="621547" y="83820"/>
                </a:lnTo>
                <a:lnTo>
                  <a:pt x="633252" y="73660"/>
                </a:lnTo>
                <a:lnTo>
                  <a:pt x="655419" y="59690"/>
                </a:lnTo>
                <a:lnTo>
                  <a:pt x="703178" y="38100"/>
                </a:lnTo>
                <a:lnTo>
                  <a:pt x="754612" y="27940"/>
                </a:lnTo>
                <a:lnTo>
                  <a:pt x="781684" y="25400"/>
                </a:lnTo>
                <a:lnTo>
                  <a:pt x="896412" y="25400"/>
                </a:lnTo>
                <a:lnTo>
                  <a:pt x="868951" y="13970"/>
                </a:lnTo>
                <a:lnTo>
                  <a:pt x="826454" y="3810"/>
                </a:lnTo>
                <a:lnTo>
                  <a:pt x="781684" y="0"/>
                </a:lnTo>
                <a:close/>
              </a:path>
            </a:pathLst>
          </a:custGeom>
          <a:solidFill>
            <a:srgbClr val="2DC29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1426088" y="7277706"/>
            <a:ext cx="1235075" cy="860425"/>
            <a:chOff x="1426088" y="7277706"/>
            <a:chExt cx="1235075" cy="860425"/>
          </a:xfrm>
        </p:grpSpPr>
        <p:sp>
          <p:nvSpPr>
            <p:cNvPr id="15" name="object 15"/>
            <p:cNvSpPr/>
            <p:nvPr/>
          </p:nvSpPr>
          <p:spPr>
            <a:xfrm>
              <a:off x="1481683" y="7277709"/>
              <a:ext cx="1179830" cy="749935"/>
            </a:xfrm>
            <a:custGeom>
              <a:avLst/>
              <a:gdLst/>
              <a:ahLst/>
              <a:cxnLst/>
              <a:rect l="l" t="t" r="r" b="b"/>
              <a:pathLst>
                <a:path w="1179830" h="749934">
                  <a:moveTo>
                    <a:pt x="1107262" y="377812"/>
                  </a:moveTo>
                  <a:lnTo>
                    <a:pt x="1102131" y="333413"/>
                  </a:lnTo>
                  <a:lnTo>
                    <a:pt x="1087526" y="292620"/>
                  </a:lnTo>
                  <a:lnTo>
                    <a:pt x="1064602" y="256603"/>
                  </a:lnTo>
                  <a:lnTo>
                    <a:pt x="1034554" y="226568"/>
                  </a:lnTo>
                  <a:lnTo>
                    <a:pt x="998550" y="203644"/>
                  </a:lnTo>
                  <a:lnTo>
                    <a:pt x="957757" y="189039"/>
                  </a:lnTo>
                  <a:lnTo>
                    <a:pt x="913345" y="183908"/>
                  </a:lnTo>
                  <a:lnTo>
                    <a:pt x="907478" y="183997"/>
                  </a:lnTo>
                  <a:lnTo>
                    <a:pt x="899693" y="148120"/>
                  </a:lnTo>
                  <a:lnTo>
                    <a:pt x="882142" y="114274"/>
                  </a:lnTo>
                  <a:lnTo>
                    <a:pt x="855294" y="83159"/>
                  </a:lnTo>
                  <a:lnTo>
                    <a:pt x="819569" y="55460"/>
                  </a:lnTo>
                  <a:lnTo>
                    <a:pt x="774725" y="31711"/>
                  </a:lnTo>
                  <a:lnTo>
                    <a:pt x="724344" y="14325"/>
                  </a:lnTo>
                  <a:lnTo>
                    <a:pt x="669721" y="3644"/>
                  </a:lnTo>
                  <a:lnTo>
                    <a:pt x="612114" y="0"/>
                  </a:lnTo>
                  <a:lnTo>
                    <a:pt x="555510" y="3556"/>
                  </a:lnTo>
                  <a:lnTo>
                    <a:pt x="501802" y="13893"/>
                  </a:lnTo>
                  <a:lnTo>
                    <a:pt x="452323" y="30568"/>
                  </a:lnTo>
                  <a:lnTo>
                    <a:pt x="408381" y="53111"/>
                  </a:lnTo>
                  <a:lnTo>
                    <a:pt x="371284" y="81076"/>
                  </a:lnTo>
                  <a:lnTo>
                    <a:pt x="355777" y="76390"/>
                  </a:lnTo>
                  <a:lnTo>
                    <a:pt x="339940" y="73025"/>
                  </a:lnTo>
                  <a:lnTo>
                    <a:pt x="323824" y="71005"/>
                  </a:lnTo>
                  <a:lnTo>
                    <a:pt x="307479" y="70319"/>
                  </a:lnTo>
                  <a:lnTo>
                    <a:pt x="260223" y="76161"/>
                  </a:lnTo>
                  <a:lnTo>
                    <a:pt x="216725" y="92887"/>
                  </a:lnTo>
                  <a:lnTo>
                    <a:pt x="178689" y="119278"/>
                  </a:lnTo>
                  <a:lnTo>
                    <a:pt x="147840" y="154101"/>
                  </a:lnTo>
                  <a:lnTo>
                    <a:pt x="125857" y="196176"/>
                  </a:lnTo>
                  <a:lnTo>
                    <a:pt x="83781" y="218160"/>
                  </a:lnTo>
                  <a:lnTo>
                    <a:pt x="48945" y="249021"/>
                  </a:lnTo>
                  <a:lnTo>
                    <a:pt x="22567" y="287045"/>
                  </a:lnTo>
                  <a:lnTo>
                    <a:pt x="5842" y="330542"/>
                  </a:lnTo>
                  <a:lnTo>
                    <a:pt x="0" y="377812"/>
                  </a:lnTo>
                  <a:lnTo>
                    <a:pt x="5130" y="422224"/>
                  </a:lnTo>
                  <a:lnTo>
                    <a:pt x="19748" y="463003"/>
                  </a:lnTo>
                  <a:lnTo>
                    <a:pt x="42659" y="499021"/>
                  </a:lnTo>
                  <a:lnTo>
                    <a:pt x="72707" y="529056"/>
                  </a:lnTo>
                  <a:lnTo>
                    <a:pt x="108712" y="551980"/>
                  </a:lnTo>
                  <a:lnTo>
                    <a:pt x="149504" y="566585"/>
                  </a:lnTo>
                  <a:lnTo>
                    <a:pt x="193916" y="571715"/>
                  </a:lnTo>
                  <a:lnTo>
                    <a:pt x="295808" y="571715"/>
                  </a:lnTo>
                  <a:lnTo>
                    <a:pt x="300291" y="567245"/>
                  </a:lnTo>
                  <a:lnTo>
                    <a:pt x="300291" y="556183"/>
                  </a:lnTo>
                  <a:lnTo>
                    <a:pt x="295808" y="551700"/>
                  </a:lnTo>
                  <a:lnTo>
                    <a:pt x="193916" y="551700"/>
                  </a:lnTo>
                  <a:lnTo>
                    <a:pt x="147739" y="545477"/>
                  </a:lnTo>
                  <a:lnTo>
                    <a:pt x="106222" y="527926"/>
                  </a:lnTo>
                  <a:lnTo>
                    <a:pt x="71005" y="500710"/>
                  </a:lnTo>
                  <a:lnTo>
                    <a:pt x="43789" y="465505"/>
                  </a:lnTo>
                  <a:lnTo>
                    <a:pt x="26238" y="423976"/>
                  </a:lnTo>
                  <a:lnTo>
                    <a:pt x="20015" y="377799"/>
                  </a:lnTo>
                  <a:lnTo>
                    <a:pt x="25463" y="334594"/>
                  </a:lnTo>
                  <a:lnTo>
                    <a:pt x="41033" y="294932"/>
                  </a:lnTo>
                  <a:lnTo>
                    <a:pt x="65582" y="260438"/>
                  </a:lnTo>
                  <a:lnTo>
                    <a:pt x="97942" y="232727"/>
                  </a:lnTo>
                  <a:lnTo>
                    <a:pt x="140716" y="211074"/>
                  </a:lnTo>
                  <a:lnTo>
                    <a:pt x="143129" y="207251"/>
                  </a:lnTo>
                  <a:lnTo>
                    <a:pt x="162433" y="168236"/>
                  </a:lnTo>
                  <a:lnTo>
                    <a:pt x="190131" y="135877"/>
                  </a:lnTo>
                  <a:lnTo>
                    <a:pt x="224637" y="111340"/>
                  </a:lnTo>
                  <a:lnTo>
                    <a:pt x="264287" y="95770"/>
                  </a:lnTo>
                  <a:lnTo>
                    <a:pt x="307492" y="90322"/>
                  </a:lnTo>
                  <a:lnTo>
                    <a:pt x="323570" y="91059"/>
                  </a:lnTo>
                  <a:lnTo>
                    <a:pt x="339394" y="93230"/>
                  </a:lnTo>
                  <a:lnTo>
                    <a:pt x="354914" y="96850"/>
                  </a:lnTo>
                  <a:lnTo>
                    <a:pt x="378904" y="101066"/>
                  </a:lnTo>
                  <a:lnTo>
                    <a:pt x="415404" y="72263"/>
                  </a:lnTo>
                  <a:lnTo>
                    <a:pt x="457288" y="50088"/>
                  </a:lnTo>
                  <a:lnTo>
                    <a:pt x="504939" y="33680"/>
                  </a:lnTo>
                  <a:lnTo>
                    <a:pt x="556996" y="23495"/>
                  </a:lnTo>
                  <a:lnTo>
                    <a:pt x="612114" y="19989"/>
                  </a:lnTo>
                  <a:lnTo>
                    <a:pt x="666864" y="23418"/>
                  </a:lnTo>
                  <a:lnTo>
                    <a:pt x="718693" y="33489"/>
                  </a:lnTo>
                  <a:lnTo>
                    <a:pt x="766381" y="49872"/>
                  </a:lnTo>
                  <a:lnTo>
                    <a:pt x="808736" y="72263"/>
                  </a:lnTo>
                  <a:lnTo>
                    <a:pt x="842619" y="98704"/>
                  </a:lnTo>
                  <a:lnTo>
                    <a:pt x="867410" y="128282"/>
                  </a:lnTo>
                  <a:lnTo>
                    <a:pt x="891514" y="202298"/>
                  </a:lnTo>
                  <a:lnTo>
                    <a:pt x="898690" y="204520"/>
                  </a:lnTo>
                  <a:lnTo>
                    <a:pt x="908367" y="203911"/>
                  </a:lnTo>
                  <a:lnTo>
                    <a:pt x="913345" y="203911"/>
                  </a:lnTo>
                  <a:lnTo>
                    <a:pt x="959523" y="210134"/>
                  </a:lnTo>
                  <a:lnTo>
                    <a:pt x="1001052" y="227685"/>
                  </a:lnTo>
                  <a:lnTo>
                    <a:pt x="1036256" y="254901"/>
                  </a:lnTo>
                  <a:lnTo>
                    <a:pt x="1063485" y="290106"/>
                  </a:lnTo>
                  <a:lnTo>
                    <a:pt x="1081036" y="331622"/>
                  </a:lnTo>
                  <a:lnTo>
                    <a:pt x="1087259" y="377799"/>
                  </a:lnTo>
                  <a:lnTo>
                    <a:pt x="1081036" y="423976"/>
                  </a:lnTo>
                  <a:lnTo>
                    <a:pt x="1063485" y="465505"/>
                  </a:lnTo>
                  <a:lnTo>
                    <a:pt x="1036269" y="500722"/>
                  </a:lnTo>
                  <a:lnTo>
                    <a:pt x="1001052" y="527939"/>
                  </a:lnTo>
                  <a:lnTo>
                    <a:pt x="959523" y="545490"/>
                  </a:lnTo>
                  <a:lnTo>
                    <a:pt x="913345" y="551713"/>
                  </a:lnTo>
                  <a:lnTo>
                    <a:pt x="844638" y="551713"/>
                  </a:lnTo>
                  <a:lnTo>
                    <a:pt x="840155" y="556196"/>
                  </a:lnTo>
                  <a:lnTo>
                    <a:pt x="840155" y="567245"/>
                  </a:lnTo>
                  <a:lnTo>
                    <a:pt x="844626" y="571728"/>
                  </a:lnTo>
                  <a:lnTo>
                    <a:pt x="913345" y="571728"/>
                  </a:lnTo>
                  <a:lnTo>
                    <a:pt x="957757" y="566597"/>
                  </a:lnTo>
                  <a:lnTo>
                    <a:pt x="998550" y="551992"/>
                  </a:lnTo>
                  <a:lnTo>
                    <a:pt x="1034554" y="529069"/>
                  </a:lnTo>
                  <a:lnTo>
                    <a:pt x="1064602" y="499021"/>
                  </a:lnTo>
                  <a:lnTo>
                    <a:pt x="1087526" y="463016"/>
                  </a:lnTo>
                  <a:lnTo>
                    <a:pt x="1102131" y="422224"/>
                  </a:lnTo>
                  <a:lnTo>
                    <a:pt x="1107262" y="377812"/>
                  </a:lnTo>
                  <a:close/>
                </a:path>
                <a:path w="1179830" h="749934">
                  <a:moveTo>
                    <a:pt x="1179334" y="679538"/>
                  </a:moveTo>
                  <a:lnTo>
                    <a:pt x="1173822" y="652373"/>
                  </a:lnTo>
                  <a:lnTo>
                    <a:pt x="1159319" y="630885"/>
                  </a:lnTo>
                  <a:lnTo>
                    <a:pt x="1159319" y="679538"/>
                  </a:lnTo>
                  <a:lnTo>
                    <a:pt x="1155407" y="698919"/>
                  </a:lnTo>
                  <a:lnTo>
                    <a:pt x="1144701" y="714768"/>
                  </a:lnTo>
                  <a:lnTo>
                    <a:pt x="1128852" y="725462"/>
                  </a:lnTo>
                  <a:lnTo>
                    <a:pt x="1109472" y="729386"/>
                  </a:lnTo>
                  <a:lnTo>
                    <a:pt x="1090079" y="725462"/>
                  </a:lnTo>
                  <a:lnTo>
                    <a:pt x="1074229" y="714768"/>
                  </a:lnTo>
                  <a:lnTo>
                    <a:pt x="1063523" y="698919"/>
                  </a:lnTo>
                  <a:lnTo>
                    <a:pt x="1059611" y="679538"/>
                  </a:lnTo>
                  <a:lnTo>
                    <a:pt x="1063523" y="660146"/>
                  </a:lnTo>
                  <a:lnTo>
                    <a:pt x="1074229" y="644296"/>
                  </a:lnTo>
                  <a:lnTo>
                    <a:pt x="1090079" y="633603"/>
                  </a:lnTo>
                  <a:lnTo>
                    <a:pt x="1109472" y="629678"/>
                  </a:lnTo>
                  <a:lnTo>
                    <a:pt x="1128852" y="633603"/>
                  </a:lnTo>
                  <a:lnTo>
                    <a:pt x="1144701" y="644296"/>
                  </a:lnTo>
                  <a:lnTo>
                    <a:pt x="1155407" y="660146"/>
                  </a:lnTo>
                  <a:lnTo>
                    <a:pt x="1159319" y="679538"/>
                  </a:lnTo>
                  <a:lnTo>
                    <a:pt x="1159319" y="630885"/>
                  </a:lnTo>
                  <a:lnTo>
                    <a:pt x="1158836" y="630161"/>
                  </a:lnTo>
                  <a:lnTo>
                    <a:pt x="1158125" y="629678"/>
                  </a:lnTo>
                  <a:lnTo>
                    <a:pt x="1136637" y="615175"/>
                  </a:lnTo>
                  <a:lnTo>
                    <a:pt x="1109472" y="609676"/>
                  </a:lnTo>
                  <a:lnTo>
                    <a:pt x="1084376" y="614337"/>
                  </a:lnTo>
                  <a:lnTo>
                    <a:pt x="1063307" y="627151"/>
                  </a:lnTo>
                  <a:lnTo>
                    <a:pt x="1048016" y="646366"/>
                  </a:lnTo>
                  <a:lnTo>
                    <a:pt x="1040257" y="670229"/>
                  </a:lnTo>
                  <a:lnTo>
                    <a:pt x="836841" y="670229"/>
                  </a:lnTo>
                  <a:lnTo>
                    <a:pt x="832358" y="674700"/>
                  </a:lnTo>
                  <a:lnTo>
                    <a:pt x="832358" y="685761"/>
                  </a:lnTo>
                  <a:lnTo>
                    <a:pt x="836828" y="690232"/>
                  </a:lnTo>
                  <a:lnTo>
                    <a:pt x="1040434" y="690232"/>
                  </a:lnTo>
                  <a:lnTo>
                    <a:pt x="1048486" y="713600"/>
                  </a:lnTo>
                  <a:lnTo>
                    <a:pt x="1063802" y="732370"/>
                  </a:lnTo>
                  <a:lnTo>
                    <a:pt x="1084694" y="744867"/>
                  </a:lnTo>
                  <a:lnTo>
                    <a:pt x="1109472" y="749401"/>
                  </a:lnTo>
                  <a:lnTo>
                    <a:pt x="1136637" y="743902"/>
                  </a:lnTo>
                  <a:lnTo>
                    <a:pt x="1158138" y="729386"/>
                  </a:lnTo>
                  <a:lnTo>
                    <a:pt x="1158836" y="728916"/>
                  </a:lnTo>
                  <a:lnTo>
                    <a:pt x="1173822" y="706704"/>
                  </a:lnTo>
                  <a:lnTo>
                    <a:pt x="1179334" y="679538"/>
                  </a:lnTo>
                  <a:close/>
                </a:path>
              </a:pathLst>
            </a:custGeom>
            <a:solidFill>
              <a:srgbClr val="2DC2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7839" y="7501290"/>
              <a:ext cx="139344" cy="19955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426083" y="7561135"/>
              <a:ext cx="1026160" cy="577215"/>
            </a:xfrm>
            <a:custGeom>
              <a:avLst/>
              <a:gdLst/>
              <a:ahLst/>
              <a:cxnLst/>
              <a:rect l="l" t="t" r="r" b="b"/>
              <a:pathLst>
                <a:path w="1026160" h="577215">
                  <a:moveTo>
                    <a:pt x="340588" y="391274"/>
                  </a:moveTo>
                  <a:lnTo>
                    <a:pt x="336105" y="386791"/>
                  </a:lnTo>
                  <a:lnTo>
                    <a:pt x="138912" y="386791"/>
                  </a:lnTo>
                  <a:lnTo>
                    <a:pt x="130860" y="363410"/>
                  </a:lnTo>
                  <a:lnTo>
                    <a:pt x="119697" y="349719"/>
                  </a:lnTo>
                  <a:lnTo>
                    <a:pt x="119697" y="397421"/>
                  </a:lnTo>
                  <a:lnTo>
                    <a:pt x="115773" y="416814"/>
                  </a:lnTo>
                  <a:lnTo>
                    <a:pt x="105079" y="432663"/>
                  </a:lnTo>
                  <a:lnTo>
                    <a:pt x="89242" y="443357"/>
                  </a:lnTo>
                  <a:lnTo>
                    <a:pt x="69850" y="447281"/>
                  </a:lnTo>
                  <a:lnTo>
                    <a:pt x="50469" y="443357"/>
                  </a:lnTo>
                  <a:lnTo>
                    <a:pt x="34620" y="432663"/>
                  </a:lnTo>
                  <a:lnTo>
                    <a:pt x="23926" y="416814"/>
                  </a:lnTo>
                  <a:lnTo>
                    <a:pt x="20002" y="397421"/>
                  </a:lnTo>
                  <a:lnTo>
                    <a:pt x="23926" y="378040"/>
                  </a:lnTo>
                  <a:lnTo>
                    <a:pt x="34620" y="362191"/>
                  </a:lnTo>
                  <a:lnTo>
                    <a:pt x="50469" y="351497"/>
                  </a:lnTo>
                  <a:lnTo>
                    <a:pt x="69850" y="347573"/>
                  </a:lnTo>
                  <a:lnTo>
                    <a:pt x="89230" y="351497"/>
                  </a:lnTo>
                  <a:lnTo>
                    <a:pt x="105079" y="362191"/>
                  </a:lnTo>
                  <a:lnTo>
                    <a:pt x="115773" y="378040"/>
                  </a:lnTo>
                  <a:lnTo>
                    <a:pt x="119697" y="397421"/>
                  </a:lnTo>
                  <a:lnTo>
                    <a:pt x="119697" y="349719"/>
                  </a:lnTo>
                  <a:lnTo>
                    <a:pt x="117957" y="347573"/>
                  </a:lnTo>
                  <a:lnTo>
                    <a:pt x="115544" y="344614"/>
                  </a:lnTo>
                  <a:lnTo>
                    <a:pt x="94640" y="332105"/>
                  </a:lnTo>
                  <a:lnTo>
                    <a:pt x="69850" y="327558"/>
                  </a:lnTo>
                  <a:lnTo>
                    <a:pt x="42684" y="333057"/>
                  </a:lnTo>
                  <a:lnTo>
                    <a:pt x="20485" y="348043"/>
                  </a:lnTo>
                  <a:lnTo>
                    <a:pt x="5499" y="370255"/>
                  </a:lnTo>
                  <a:lnTo>
                    <a:pt x="0" y="397421"/>
                  </a:lnTo>
                  <a:lnTo>
                    <a:pt x="5499" y="424586"/>
                  </a:lnTo>
                  <a:lnTo>
                    <a:pt x="20485" y="446798"/>
                  </a:lnTo>
                  <a:lnTo>
                    <a:pt x="42684" y="461784"/>
                  </a:lnTo>
                  <a:lnTo>
                    <a:pt x="69850" y="467283"/>
                  </a:lnTo>
                  <a:lnTo>
                    <a:pt x="94932" y="462622"/>
                  </a:lnTo>
                  <a:lnTo>
                    <a:pt x="115989" y="449821"/>
                  </a:lnTo>
                  <a:lnTo>
                    <a:pt x="118021" y="447281"/>
                  </a:lnTo>
                  <a:lnTo>
                    <a:pt x="131279" y="430631"/>
                  </a:lnTo>
                  <a:lnTo>
                    <a:pt x="139065" y="406806"/>
                  </a:lnTo>
                  <a:lnTo>
                    <a:pt x="336105" y="406806"/>
                  </a:lnTo>
                  <a:lnTo>
                    <a:pt x="340588" y="402336"/>
                  </a:lnTo>
                  <a:lnTo>
                    <a:pt x="340588" y="391274"/>
                  </a:lnTo>
                  <a:close/>
                </a:path>
                <a:path w="1026160" h="577215">
                  <a:moveTo>
                    <a:pt x="514007" y="186956"/>
                  </a:moveTo>
                  <a:lnTo>
                    <a:pt x="509536" y="182473"/>
                  </a:lnTo>
                  <a:lnTo>
                    <a:pt x="379399" y="182473"/>
                  </a:lnTo>
                  <a:lnTo>
                    <a:pt x="379399" y="139001"/>
                  </a:lnTo>
                  <a:lnTo>
                    <a:pt x="403009" y="131076"/>
                  </a:lnTo>
                  <a:lnTo>
                    <a:pt x="417118" y="119710"/>
                  </a:lnTo>
                  <a:lnTo>
                    <a:pt x="422008" y="115773"/>
                  </a:lnTo>
                  <a:lnTo>
                    <a:pt x="434657" y="94792"/>
                  </a:lnTo>
                  <a:lnTo>
                    <a:pt x="439254" y="69862"/>
                  </a:lnTo>
                  <a:lnTo>
                    <a:pt x="433755" y="42697"/>
                  </a:lnTo>
                  <a:lnTo>
                    <a:pt x="419239" y="21183"/>
                  </a:lnTo>
                  <a:lnTo>
                    <a:pt x="419239" y="69862"/>
                  </a:lnTo>
                  <a:lnTo>
                    <a:pt x="415328" y="89230"/>
                  </a:lnTo>
                  <a:lnTo>
                    <a:pt x="404647" y="105067"/>
                  </a:lnTo>
                  <a:lnTo>
                    <a:pt x="388785" y="115773"/>
                  </a:lnTo>
                  <a:lnTo>
                    <a:pt x="369468" y="119710"/>
                  </a:lnTo>
                  <a:lnTo>
                    <a:pt x="369328" y="119710"/>
                  </a:lnTo>
                  <a:lnTo>
                    <a:pt x="350012" y="115773"/>
                  </a:lnTo>
                  <a:lnTo>
                    <a:pt x="334149" y="105067"/>
                  </a:lnTo>
                  <a:lnTo>
                    <a:pt x="323469" y="89230"/>
                  </a:lnTo>
                  <a:lnTo>
                    <a:pt x="319544" y="69862"/>
                  </a:lnTo>
                  <a:lnTo>
                    <a:pt x="323469" y="50469"/>
                  </a:lnTo>
                  <a:lnTo>
                    <a:pt x="334162" y="34620"/>
                  </a:lnTo>
                  <a:lnTo>
                    <a:pt x="350012" y="23926"/>
                  </a:lnTo>
                  <a:lnTo>
                    <a:pt x="369392" y="20002"/>
                  </a:lnTo>
                  <a:lnTo>
                    <a:pt x="388785" y="23926"/>
                  </a:lnTo>
                  <a:lnTo>
                    <a:pt x="404634" y="34620"/>
                  </a:lnTo>
                  <a:lnTo>
                    <a:pt x="415328" y="50469"/>
                  </a:lnTo>
                  <a:lnTo>
                    <a:pt x="419239" y="69862"/>
                  </a:lnTo>
                  <a:lnTo>
                    <a:pt x="419239" y="21183"/>
                  </a:lnTo>
                  <a:lnTo>
                    <a:pt x="418769" y="20485"/>
                  </a:lnTo>
                  <a:lnTo>
                    <a:pt x="418058" y="20002"/>
                  </a:lnTo>
                  <a:lnTo>
                    <a:pt x="396557" y="5499"/>
                  </a:lnTo>
                  <a:lnTo>
                    <a:pt x="369392" y="0"/>
                  </a:lnTo>
                  <a:lnTo>
                    <a:pt x="342226" y="5499"/>
                  </a:lnTo>
                  <a:lnTo>
                    <a:pt x="320027" y="20485"/>
                  </a:lnTo>
                  <a:lnTo>
                    <a:pt x="305028" y="42697"/>
                  </a:lnTo>
                  <a:lnTo>
                    <a:pt x="299529" y="69862"/>
                  </a:lnTo>
                  <a:lnTo>
                    <a:pt x="304139" y="94792"/>
                  </a:lnTo>
                  <a:lnTo>
                    <a:pt x="316788" y="115773"/>
                  </a:lnTo>
                  <a:lnTo>
                    <a:pt x="335788" y="131076"/>
                  </a:lnTo>
                  <a:lnTo>
                    <a:pt x="359397" y="139001"/>
                  </a:lnTo>
                  <a:lnTo>
                    <a:pt x="359397" y="197993"/>
                  </a:lnTo>
                  <a:lnTo>
                    <a:pt x="363880" y="202476"/>
                  </a:lnTo>
                  <a:lnTo>
                    <a:pt x="493991" y="202476"/>
                  </a:lnTo>
                  <a:lnTo>
                    <a:pt x="493991" y="386803"/>
                  </a:lnTo>
                  <a:lnTo>
                    <a:pt x="402691" y="386803"/>
                  </a:lnTo>
                  <a:lnTo>
                    <a:pt x="398208" y="391274"/>
                  </a:lnTo>
                  <a:lnTo>
                    <a:pt x="398208" y="402336"/>
                  </a:lnTo>
                  <a:lnTo>
                    <a:pt x="402691" y="406819"/>
                  </a:lnTo>
                  <a:lnTo>
                    <a:pt x="509524" y="406819"/>
                  </a:lnTo>
                  <a:lnTo>
                    <a:pt x="514007" y="402336"/>
                  </a:lnTo>
                  <a:lnTo>
                    <a:pt x="514007" y="186956"/>
                  </a:lnTo>
                  <a:close/>
                </a:path>
                <a:path w="1026160" h="577215">
                  <a:moveTo>
                    <a:pt x="635838" y="198488"/>
                  </a:moveTo>
                  <a:lnTo>
                    <a:pt x="631355" y="194005"/>
                  </a:lnTo>
                  <a:lnTo>
                    <a:pt x="625830" y="194005"/>
                  </a:lnTo>
                  <a:lnTo>
                    <a:pt x="620306" y="194005"/>
                  </a:lnTo>
                  <a:lnTo>
                    <a:pt x="615823" y="198475"/>
                  </a:lnTo>
                  <a:lnTo>
                    <a:pt x="615823" y="268770"/>
                  </a:lnTo>
                  <a:lnTo>
                    <a:pt x="620306" y="273253"/>
                  </a:lnTo>
                  <a:lnTo>
                    <a:pt x="631355" y="273253"/>
                  </a:lnTo>
                  <a:lnTo>
                    <a:pt x="635838" y="268782"/>
                  </a:lnTo>
                  <a:lnTo>
                    <a:pt x="635838" y="198488"/>
                  </a:lnTo>
                  <a:close/>
                </a:path>
                <a:path w="1026160" h="577215">
                  <a:moveTo>
                    <a:pt x="950023" y="69862"/>
                  </a:moveTo>
                  <a:lnTo>
                    <a:pt x="944524" y="42697"/>
                  </a:lnTo>
                  <a:lnTo>
                    <a:pt x="930021" y="21209"/>
                  </a:lnTo>
                  <a:lnTo>
                    <a:pt x="930021" y="69862"/>
                  </a:lnTo>
                  <a:lnTo>
                    <a:pt x="926096" y="89230"/>
                  </a:lnTo>
                  <a:lnTo>
                    <a:pt x="915428" y="105067"/>
                  </a:lnTo>
                  <a:lnTo>
                    <a:pt x="899591" y="115773"/>
                  </a:lnTo>
                  <a:lnTo>
                    <a:pt x="880237" y="119710"/>
                  </a:lnTo>
                  <a:lnTo>
                    <a:pt x="880097" y="119710"/>
                  </a:lnTo>
                  <a:lnTo>
                    <a:pt x="860755" y="115773"/>
                  </a:lnTo>
                  <a:lnTo>
                    <a:pt x="844918" y="105067"/>
                  </a:lnTo>
                  <a:lnTo>
                    <a:pt x="834237" y="89230"/>
                  </a:lnTo>
                  <a:lnTo>
                    <a:pt x="830313" y="69862"/>
                  </a:lnTo>
                  <a:lnTo>
                    <a:pt x="834237" y="50482"/>
                  </a:lnTo>
                  <a:lnTo>
                    <a:pt x="844931" y="34620"/>
                  </a:lnTo>
                  <a:lnTo>
                    <a:pt x="860780" y="23926"/>
                  </a:lnTo>
                  <a:lnTo>
                    <a:pt x="880160" y="20002"/>
                  </a:lnTo>
                  <a:lnTo>
                    <a:pt x="899553" y="23926"/>
                  </a:lnTo>
                  <a:lnTo>
                    <a:pt x="915403" y="34620"/>
                  </a:lnTo>
                  <a:lnTo>
                    <a:pt x="926096" y="50482"/>
                  </a:lnTo>
                  <a:lnTo>
                    <a:pt x="930021" y="69862"/>
                  </a:lnTo>
                  <a:lnTo>
                    <a:pt x="930021" y="21209"/>
                  </a:lnTo>
                  <a:lnTo>
                    <a:pt x="929538" y="20485"/>
                  </a:lnTo>
                  <a:lnTo>
                    <a:pt x="928827" y="20002"/>
                  </a:lnTo>
                  <a:lnTo>
                    <a:pt x="907326" y="5499"/>
                  </a:lnTo>
                  <a:lnTo>
                    <a:pt x="880160" y="0"/>
                  </a:lnTo>
                  <a:lnTo>
                    <a:pt x="852995" y="5499"/>
                  </a:lnTo>
                  <a:lnTo>
                    <a:pt x="830795" y="20485"/>
                  </a:lnTo>
                  <a:lnTo>
                    <a:pt x="815809" y="42697"/>
                  </a:lnTo>
                  <a:lnTo>
                    <a:pt x="810310" y="69862"/>
                  </a:lnTo>
                  <a:lnTo>
                    <a:pt x="814908" y="94792"/>
                  </a:lnTo>
                  <a:lnTo>
                    <a:pt x="827557" y="115773"/>
                  </a:lnTo>
                  <a:lnTo>
                    <a:pt x="846543" y="131076"/>
                  </a:lnTo>
                  <a:lnTo>
                    <a:pt x="870153" y="138988"/>
                  </a:lnTo>
                  <a:lnTo>
                    <a:pt x="870153" y="194729"/>
                  </a:lnTo>
                  <a:lnTo>
                    <a:pt x="753478" y="194729"/>
                  </a:lnTo>
                  <a:lnTo>
                    <a:pt x="748995" y="199199"/>
                  </a:lnTo>
                  <a:lnTo>
                    <a:pt x="748995" y="402336"/>
                  </a:lnTo>
                  <a:lnTo>
                    <a:pt x="753478" y="406806"/>
                  </a:lnTo>
                  <a:lnTo>
                    <a:pt x="825830" y="406806"/>
                  </a:lnTo>
                  <a:lnTo>
                    <a:pt x="830313" y="402336"/>
                  </a:lnTo>
                  <a:lnTo>
                    <a:pt x="830313" y="391274"/>
                  </a:lnTo>
                  <a:lnTo>
                    <a:pt x="825842" y="386803"/>
                  </a:lnTo>
                  <a:lnTo>
                    <a:pt x="769010" y="386803"/>
                  </a:lnTo>
                  <a:lnTo>
                    <a:pt x="769010" y="214731"/>
                  </a:lnTo>
                  <a:lnTo>
                    <a:pt x="885685" y="214731"/>
                  </a:lnTo>
                  <a:lnTo>
                    <a:pt x="890168" y="210261"/>
                  </a:lnTo>
                  <a:lnTo>
                    <a:pt x="890168" y="138988"/>
                  </a:lnTo>
                  <a:lnTo>
                    <a:pt x="913777" y="131076"/>
                  </a:lnTo>
                  <a:lnTo>
                    <a:pt x="927874" y="119710"/>
                  </a:lnTo>
                  <a:lnTo>
                    <a:pt x="932764" y="115773"/>
                  </a:lnTo>
                  <a:lnTo>
                    <a:pt x="945426" y="94792"/>
                  </a:lnTo>
                  <a:lnTo>
                    <a:pt x="950023" y="69862"/>
                  </a:lnTo>
                  <a:close/>
                </a:path>
                <a:path w="1026160" h="577215">
                  <a:moveTo>
                    <a:pt x="1025652" y="501611"/>
                  </a:moveTo>
                  <a:lnTo>
                    <a:pt x="1021168" y="497141"/>
                  </a:lnTo>
                  <a:lnTo>
                    <a:pt x="949299" y="497141"/>
                  </a:lnTo>
                  <a:lnTo>
                    <a:pt x="941387" y="473532"/>
                  </a:lnTo>
                  <a:lnTo>
                    <a:pt x="930008" y="459422"/>
                  </a:lnTo>
                  <a:lnTo>
                    <a:pt x="930008" y="507161"/>
                  </a:lnTo>
                  <a:lnTo>
                    <a:pt x="926084" y="526542"/>
                  </a:lnTo>
                  <a:lnTo>
                    <a:pt x="915390" y="542378"/>
                  </a:lnTo>
                  <a:lnTo>
                    <a:pt x="899541" y="553072"/>
                  </a:lnTo>
                  <a:lnTo>
                    <a:pt x="880160" y="556996"/>
                  </a:lnTo>
                  <a:lnTo>
                    <a:pt x="860780" y="553072"/>
                  </a:lnTo>
                  <a:lnTo>
                    <a:pt x="844943" y="542378"/>
                  </a:lnTo>
                  <a:lnTo>
                    <a:pt x="834237" y="526542"/>
                  </a:lnTo>
                  <a:lnTo>
                    <a:pt x="832332" y="517156"/>
                  </a:lnTo>
                  <a:lnTo>
                    <a:pt x="830313" y="507161"/>
                  </a:lnTo>
                  <a:lnTo>
                    <a:pt x="832345" y="497141"/>
                  </a:lnTo>
                  <a:lnTo>
                    <a:pt x="834237" y="487743"/>
                  </a:lnTo>
                  <a:lnTo>
                    <a:pt x="844931" y="471906"/>
                  </a:lnTo>
                  <a:lnTo>
                    <a:pt x="860780" y="461213"/>
                  </a:lnTo>
                  <a:lnTo>
                    <a:pt x="880160" y="457288"/>
                  </a:lnTo>
                  <a:lnTo>
                    <a:pt x="899553" y="461213"/>
                  </a:lnTo>
                  <a:lnTo>
                    <a:pt x="915403" y="471906"/>
                  </a:lnTo>
                  <a:lnTo>
                    <a:pt x="926096" y="487743"/>
                  </a:lnTo>
                  <a:lnTo>
                    <a:pt x="930008" y="507161"/>
                  </a:lnTo>
                  <a:lnTo>
                    <a:pt x="930008" y="459422"/>
                  </a:lnTo>
                  <a:lnTo>
                    <a:pt x="928293" y="457288"/>
                  </a:lnTo>
                  <a:lnTo>
                    <a:pt x="926071" y="454533"/>
                  </a:lnTo>
                  <a:lnTo>
                    <a:pt x="905090" y="441883"/>
                  </a:lnTo>
                  <a:lnTo>
                    <a:pt x="880160" y="437286"/>
                  </a:lnTo>
                  <a:lnTo>
                    <a:pt x="855230" y="441883"/>
                  </a:lnTo>
                  <a:lnTo>
                    <a:pt x="834250" y="454533"/>
                  </a:lnTo>
                  <a:lnTo>
                    <a:pt x="818946" y="473532"/>
                  </a:lnTo>
                  <a:lnTo>
                    <a:pt x="811034" y="497141"/>
                  </a:lnTo>
                  <a:lnTo>
                    <a:pt x="635838" y="497141"/>
                  </a:lnTo>
                  <a:lnTo>
                    <a:pt x="635838" y="332041"/>
                  </a:lnTo>
                  <a:lnTo>
                    <a:pt x="631355" y="327558"/>
                  </a:lnTo>
                  <a:lnTo>
                    <a:pt x="620306" y="327558"/>
                  </a:lnTo>
                  <a:lnTo>
                    <a:pt x="615823" y="332041"/>
                  </a:lnTo>
                  <a:lnTo>
                    <a:pt x="615823" y="497141"/>
                  </a:lnTo>
                  <a:lnTo>
                    <a:pt x="438531" y="497141"/>
                  </a:lnTo>
                  <a:lnTo>
                    <a:pt x="430618" y="473532"/>
                  </a:lnTo>
                  <a:lnTo>
                    <a:pt x="419239" y="459422"/>
                  </a:lnTo>
                  <a:lnTo>
                    <a:pt x="419239" y="507161"/>
                  </a:lnTo>
                  <a:lnTo>
                    <a:pt x="415315" y="526542"/>
                  </a:lnTo>
                  <a:lnTo>
                    <a:pt x="404622" y="542378"/>
                  </a:lnTo>
                  <a:lnTo>
                    <a:pt x="388772" y="553072"/>
                  </a:lnTo>
                  <a:lnTo>
                    <a:pt x="369404" y="556996"/>
                  </a:lnTo>
                  <a:lnTo>
                    <a:pt x="350024" y="553072"/>
                  </a:lnTo>
                  <a:lnTo>
                    <a:pt x="334175" y="542378"/>
                  </a:lnTo>
                  <a:lnTo>
                    <a:pt x="323481" y="526542"/>
                  </a:lnTo>
                  <a:lnTo>
                    <a:pt x="319557" y="507161"/>
                  </a:lnTo>
                  <a:lnTo>
                    <a:pt x="323481" y="487743"/>
                  </a:lnTo>
                  <a:lnTo>
                    <a:pt x="334175" y="471906"/>
                  </a:lnTo>
                  <a:lnTo>
                    <a:pt x="350024" y="461213"/>
                  </a:lnTo>
                  <a:lnTo>
                    <a:pt x="369404" y="457288"/>
                  </a:lnTo>
                  <a:lnTo>
                    <a:pt x="388785" y="461213"/>
                  </a:lnTo>
                  <a:lnTo>
                    <a:pt x="404634" y="471906"/>
                  </a:lnTo>
                  <a:lnTo>
                    <a:pt x="415328" y="487743"/>
                  </a:lnTo>
                  <a:lnTo>
                    <a:pt x="419239" y="507161"/>
                  </a:lnTo>
                  <a:lnTo>
                    <a:pt x="419239" y="459422"/>
                  </a:lnTo>
                  <a:lnTo>
                    <a:pt x="417525" y="457288"/>
                  </a:lnTo>
                  <a:lnTo>
                    <a:pt x="415302" y="454533"/>
                  </a:lnTo>
                  <a:lnTo>
                    <a:pt x="394322" y="441883"/>
                  </a:lnTo>
                  <a:lnTo>
                    <a:pt x="369392" y="437286"/>
                  </a:lnTo>
                  <a:lnTo>
                    <a:pt x="344462" y="441883"/>
                  </a:lnTo>
                  <a:lnTo>
                    <a:pt x="323481" y="454533"/>
                  </a:lnTo>
                  <a:lnTo>
                    <a:pt x="308178" y="473532"/>
                  </a:lnTo>
                  <a:lnTo>
                    <a:pt x="300266" y="497141"/>
                  </a:lnTo>
                  <a:lnTo>
                    <a:pt x="243992" y="497141"/>
                  </a:lnTo>
                  <a:lnTo>
                    <a:pt x="239509" y="501611"/>
                  </a:lnTo>
                  <a:lnTo>
                    <a:pt x="239509" y="512673"/>
                  </a:lnTo>
                  <a:lnTo>
                    <a:pt x="243992" y="517156"/>
                  </a:lnTo>
                  <a:lnTo>
                    <a:pt x="300266" y="517156"/>
                  </a:lnTo>
                  <a:lnTo>
                    <a:pt x="308178" y="540766"/>
                  </a:lnTo>
                  <a:lnTo>
                    <a:pt x="323481" y="559752"/>
                  </a:lnTo>
                  <a:lnTo>
                    <a:pt x="344462" y="572401"/>
                  </a:lnTo>
                  <a:lnTo>
                    <a:pt x="369392" y="577011"/>
                  </a:lnTo>
                  <a:lnTo>
                    <a:pt x="394322" y="572401"/>
                  </a:lnTo>
                  <a:lnTo>
                    <a:pt x="415302" y="559752"/>
                  </a:lnTo>
                  <a:lnTo>
                    <a:pt x="417537" y="556996"/>
                  </a:lnTo>
                  <a:lnTo>
                    <a:pt x="430618" y="540766"/>
                  </a:lnTo>
                  <a:lnTo>
                    <a:pt x="438531" y="517156"/>
                  </a:lnTo>
                  <a:lnTo>
                    <a:pt x="811034" y="517156"/>
                  </a:lnTo>
                  <a:lnTo>
                    <a:pt x="818946" y="540766"/>
                  </a:lnTo>
                  <a:lnTo>
                    <a:pt x="834250" y="559752"/>
                  </a:lnTo>
                  <a:lnTo>
                    <a:pt x="855230" y="572401"/>
                  </a:lnTo>
                  <a:lnTo>
                    <a:pt x="880160" y="577011"/>
                  </a:lnTo>
                  <a:lnTo>
                    <a:pt x="905090" y="572401"/>
                  </a:lnTo>
                  <a:lnTo>
                    <a:pt x="926071" y="559752"/>
                  </a:lnTo>
                  <a:lnTo>
                    <a:pt x="928306" y="556996"/>
                  </a:lnTo>
                  <a:lnTo>
                    <a:pt x="941387" y="540766"/>
                  </a:lnTo>
                  <a:lnTo>
                    <a:pt x="949299" y="517156"/>
                  </a:lnTo>
                  <a:lnTo>
                    <a:pt x="1021168" y="517156"/>
                  </a:lnTo>
                  <a:lnTo>
                    <a:pt x="1025652" y="512673"/>
                  </a:lnTo>
                  <a:lnTo>
                    <a:pt x="1025652" y="501611"/>
                  </a:lnTo>
                  <a:close/>
                </a:path>
              </a:pathLst>
            </a:custGeom>
            <a:solidFill>
              <a:srgbClr val="2DC2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9881170" y="4371704"/>
            <a:ext cx="1018540" cy="1235075"/>
            <a:chOff x="9881170" y="4371704"/>
            <a:chExt cx="1018540" cy="1235075"/>
          </a:xfrm>
        </p:grpSpPr>
        <p:sp>
          <p:nvSpPr>
            <p:cNvPr id="19" name="object 19"/>
            <p:cNvSpPr/>
            <p:nvPr/>
          </p:nvSpPr>
          <p:spPr>
            <a:xfrm>
              <a:off x="9881159" y="4371708"/>
              <a:ext cx="1018540" cy="1235075"/>
            </a:xfrm>
            <a:custGeom>
              <a:avLst/>
              <a:gdLst/>
              <a:ahLst/>
              <a:cxnLst/>
              <a:rect l="l" t="t" r="r" b="b"/>
              <a:pathLst>
                <a:path w="1018540" h="1235075">
                  <a:moveTo>
                    <a:pt x="518198" y="421462"/>
                  </a:moveTo>
                  <a:lnTo>
                    <a:pt x="516699" y="407428"/>
                  </a:lnTo>
                  <a:lnTo>
                    <a:pt x="510425" y="402323"/>
                  </a:lnTo>
                  <a:lnTo>
                    <a:pt x="477164" y="405511"/>
                  </a:lnTo>
                  <a:lnTo>
                    <a:pt x="450519" y="407250"/>
                  </a:lnTo>
                  <a:lnTo>
                    <a:pt x="423532" y="408305"/>
                  </a:lnTo>
                  <a:lnTo>
                    <a:pt x="396290" y="408647"/>
                  </a:lnTo>
                  <a:lnTo>
                    <a:pt x="361937" y="408101"/>
                  </a:lnTo>
                  <a:lnTo>
                    <a:pt x="328104" y="406438"/>
                  </a:lnTo>
                  <a:lnTo>
                    <a:pt x="294919" y="403682"/>
                  </a:lnTo>
                  <a:lnTo>
                    <a:pt x="255473" y="398881"/>
                  </a:lnTo>
                  <a:lnTo>
                    <a:pt x="249047" y="403783"/>
                  </a:lnTo>
                  <a:lnTo>
                    <a:pt x="292315" y="429120"/>
                  </a:lnTo>
                  <a:lnTo>
                    <a:pt x="361073" y="433641"/>
                  </a:lnTo>
                  <a:lnTo>
                    <a:pt x="396290" y="434200"/>
                  </a:lnTo>
                  <a:lnTo>
                    <a:pt x="424205" y="433844"/>
                  </a:lnTo>
                  <a:lnTo>
                    <a:pt x="451878" y="432777"/>
                  </a:lnTo>
                  <a:lnTo>
                    <a:pt x="479209" y="430999"/>
                  </a:lnTo>
                  <a:lnTo>
                    <a:pt x="513105" y="427761"/>
                  </a:lnTo>
                  <a:lnTo>
                    <a:pt x="518198" y="421462"/>
                  </a:lnTo>
                  <a:close/>
                </a:path>
                <a:path w="1018540" h="1235075">
                  <a:moveTo>
                    <a:pt x="1018171" y="916686"/>
                  </a:moveTo>
                  <a:lnTo>
                    <a:pt x="1018082" y="775500"/>
                  </a:lnTo>
                  <a:lnTo>
                    <a:pt x="1015619" y="771410"/>
                  </a:lnTo>
                  <a:lnTo>
                    <a:pt x="992593" y="759142"/>
                  </a:lnTo>
                  <a:lnTo>
                    <a:pt x="992593" y="788047"/>
                  </a:lnTo>
                  <a:lnTo>
                    <a:pt x="992593" y="916686"/>
                  </a:lnTo>
                  <a:lnTo>
                    <a:pt x="988237" y="967930"/>
                  </a:lnTo>
                  <a:lnTo>
                    <a:pt x="975563" y="1016800"/>
                  </a:lnTo>
                  <a:lnTo>
                    <a:pt x="955116" y="1062443"/>
                  </a:lnTo>
                  <a:lnTo>
                    <a:pt x="927506" y="1103972"/>
                  </a:lnTo>
                  <a:lnTo>
                    <a:pt x="893279" y="1140536"/>
                  </a:lnTo>
                  <a:lnTo>
                    <a:pt x="853033" y="1171257"/>
                  </a:lnTo>
                  <a:lnTo>
                    <a:pt x="807339" y="1195285"/>
                  </a:lnTo>
                  <a:lnTo>
                    <a:pt x="777811" y="1208036"/>
                  </a:lnTo>
                  <a:lnTo>
                    <a:pt x="752309" y="1196924"/>
                  </a:lnTo>
                  <a:lnTo>
                    <a:pt x="707542" y="1172654"/>
                  </a:lnTo>
                  <a:lnTo>
                    <a:pt x="668121" y="1141844"/>
                  </a:lnTo>
                  <a:lnTo>
                    <a:pt x="634606" y="1105357"/>
                  </a:lnTo>
                  <a:lnTo>
                    <a:pt x="610323" y="1068298"/>
                  </a:lnTo>
                  <a:lnTo>
                    <a:pt x="607542" y="1064056"/>
                  </a:lnTo>
                  <a:lnTo>
                    <a:pt x="587527" y="1018781"/>
                  </a:lnTo>
                  <a:lnTo>
                    <a:pt x="575094" y="970419"/>
                  </a:lnTo>
                  <a:lnTo>
                    <a:pt x="573417" y="950544"/>
                  </a:lnTo>
                  <a:lnTo>
                    <a:pt x="573417" y="1052474"/>
                  </a:lnTo>
                  <a:lnTo>
                    <a:pt x="573011" y="1052474"/>
                  </a:lnTo>
                  <a:lnTo>
                    <a:pt x="531558" y="1059281"/>
                  </a:lnTo>
                  <a:lnTo>
                    <a:pt x="487756" y="1064260"/>
                  </a:lnTo>
                  <a:lnTo>
                    <a:pt x="442493" y="1067282"/>
                  </a:lnTo>
                  <a:lnTo>
                    <a:pt x="396278" y="1068298"/>
                  </a:lnTo>
                  <a:lnTo>
                    <a:pt x="336562" y="1066622"/>
                  </a:lnTo>
                  <a:lnTo>
                    <a:pt x="279184" y="1061669"/>
                  </a:lnTo>
                  <a:lnTo>
                    <a:pt x="224980" y="1053579"/>
                  </a:lnTo>
                  <a:lnTo>
                    <a:pt x="174790" y="1042454"/>
                  </a:lnTo>
                  <a:lnTo>
                    <a:pt x="129451" y="1028433"/>
                  </a:lnTo>
                  <a:lnTo>
                    <a:pt x="85369" y="1009243"/>
                  </a:lnTo>
                  <a:lnTo>
                    <a:pt x="52755" y="987983"/>
                  </a:lnTo>
                  <a:lnTo>
                    <a:pt x="25565" y="942301"/>
                  </a:lnTo>
                  <a:lnTo>
                    <a:pt x="25565" y="732663"/>
                  </a:lnTo>
                  <a:lnTo>
                    <a:pt x="43040" y="747877"/>
                  </a:lnTo>
                  <a:lnTo>
                    <a:pt x="64795" y="762203"/>
                  </a:lnTo>
                  <a:lnTo>
                    <a:pt x="120751" y="787679"/>
                  </a:lnTo>
                  <a:lnTo>
                    <a:pt x="159562" y="800023"/>
                  </a:lnTo>
                  <a:lnTo>
                    <a:pt x="201891" y="810285"/>
                  </a:lnTo>
                  <a:lnTo>
                    <a:pt x="247218" y="818388"/>
                  </a:lnTo>
                  <a:lnTo>
                    <a:pt x="295071" y="824280"/>
                  </a:lnTo>
                  <a:lnTo>
                    <a:pt x="344919" y="827874"/>
                  </a:lnTo>
                  <a:lnTo>
                    <a:pt x="396278" y="829081"/>
                  </a:lnTo>
                  <a:lnTo>
                    <a:pt x="434759" y="828408"/>
                  </a:lnTo>
                  <a:lnTo>
                    <a:pt x="472490" y="826376"/>
                  </a:lnTo>
                  <a:lnTo>
                    <a:pt x="509358" y="823023"/>
                  </a:lnTo>
                  <a:lnTo>
                    <a:pt x="544855" y="818388"/>
                  </a:lnTo>
                  <a:lnTo>
                    <a:pt x="545261" y="818388"/>
                  </a:lnTo>
                  <a:lnTo>
                    <a:pt x="545261" y="919822"/>
                  </a:lnTo>
                  <a:lnTo>
                    <a:pt x="547103" y="954430"/>
                  </a:lnTo>
                  <a:lnTo>
                    <a:pt x="552475" y="987983"/>
                  </a:lnTo>
                  <a:lnTo>
                    <a:pt x="552513" y="988212"/>
                  </a:lnTo>
                  <a:lnTo>
                    <a:pt x="561327" y="1020953"/>
                  </a:lnTo>
                  <a:lnTo>
                    <a:pt x="573417" y="1052474"/>
                  </a:lnTo>
                  <a:lnTo>
                    <a:pt x="573417" y="950544"/>
                  </a:lnTo>
                  <a:lnTo>
                    <a:pt x="570826" y="919822"/>
                  </a:lnTo>
                  <a:lnTo>
                    <a:pt x="570826" y="818388"/>
                  </a:lnTo>
                  <a:lnTo>
                    <a:pt x="570826" y="803503"/>
                  </a:lnTo>
                  <a:lnTo>
                    <a:pt x="570826" y="788047"/>
                  </a:lnTo>
                  <a:lnTo>
                    <a:pt x="570649" y="788047"/>
                  </a:lnTo>
                  <a:lnTo>
                    <a:pt x="778662" y="674052"/>
                  </a:lnTo>
                  <a:lnTo>
                    <a:pt x="992593" y="788047"/>
                  </a:lnTo>
                  <a:lnTo>
                    <a:pt x="992593" y="759142"/>
                  </a:lnTo>
                  <a:lnTo>
                    <a:pt x="833031" y="674052"/>
                  </a:lnTo>
                  <a:lnTo>
                    <a:pt x="792556" y="652487"/>
                  </a:lnTo>
                  <a:lnTo>
                    <a:pt x="792556" y="469696"/>
                  </a:lnTo>
                  <a:lnTo>
                    <a:pt x="792556" y="206705"/>
                  </a:lnTo>
                  <a:lnTo>
                    <a:pt x="792556" y="151574"/>
                  </a:lnTo>
                  <a:lnTo>
                    <a:pt x="784644" y="120256"/>
                  </a:lnTo>
                  <a:lnTo>
                    <a:pt x="766991" y="98044"/>
                  </a:lnTo>
                  <a:lnTo>
                    <a:pt x="766991" y="151574"/>
                  </a:lnTo>
                  <a:lnTo>
                    <a:pt x="766991" y="206705"/>
                  </a:lnTo>
                  <a:lnTo>
                    <a:pt x="766991" y="414540"/>
                  </a:lnTo>
                  <a:lnTo>
                    <a:pt x="766991" y="469696"/>
                  </a:lnTo>
                  <a:lnTo>
                    <a:pt x="766991" y="651281"/>
                  </a:lnTo>
                  <a:lnTo>
                    <a:pt x="547801" y="771410"/>
                  </a:lnTo>
                  <a:lnTo>
                    <a:pt x="545388" y="775500"/>
                  </a:lnTo>
                  <a:lnTo>
                    <a:pt x="545261" y="792454"/>
                  </a:lnTo>
                  <a:lnTo>
                    <a:pt x="509435" y="797267"/>
                  </a:lnTo>
                  <a:lnTo>
                    <a:pt x="472592" y="800722"/>
                  </a:lnTo>
                  <a:lnTo>
                    <a:pt x="434848" y="802805"/>
                  </a:lnTo>
                  <a:lnTo>
                    <a:pt x="396278" y="803503"/>
                  </a:lnTo>
                  <a:lnTo>
                    <a:pt x="336562" y="801827"/>
                  </a:lnTo>
                  <a:lnTo>
                    <a:pt x="279184" y="796874"/>
                  </a:lnTo>
                  <a:lnTo>
                    <a:pt x="224980" y="788784"/>
                  </a:lnTo>
                  <a:lnTo>
                    <a:pt x="174790" y="777659"/>
                  </a:lnTo>
                  <a:lnTo>
                    <a:pt x="129451" y="763638"/>
                  </a:lnTo>
                  <a:lnTo>
                    <a:pt x="85369" y="744448"/>
                  </a:lnTo>
                  <a:lnTo>
                    <a:pt x="67310" y="732663"/>
                  </a:lnTo>
                  <a:lnTo>
                    <a:pt x="52755" y="723188"/>
                  </a:lnTo>
                  <a:lnTo>
                    <a:pt x="32524" y="700620"/>
                  </a:lnTo>
                  <a:lnTo>
                    <a:pt x="25565" y="677506"/>
                  </a:lnTo>
                  <a:lnTo>
                    <a:pt x="25565" y="469696"/>
                  </a:lnTo>
                  <a:lnTo>
                    <a:pt x="43040" y="484911"/>
                  </a:lnTo>
                  <a:lnTo>
                    <a:pt x="64795" y="499237"/>
                  </a:lnTo>
                  <a:lnTo>
                    <a:pt x="120751" y="524713"/>
                  </a:lnTo>
                  <a:lnTo>
                    <a:pt x="159562" y="537044"/>
                  </a:lnTo>
                  <a:lnTo>
                    <a:pt x="201891" y="547306"/>
                  </a:lnTo>
                  <a:lnTo>
                    <a:pt x="247218" y="555421"/>
                  </a:lnTo>
                  <a:lnTo>
                    <a:pt x="295071" y="561301"/>
                  </a:lnTo>
                  <a:lnTo>
                    <a:pt x="344919" y="564896"/>
                  </a:lnTo>
                  <a:lnTo>
                    <a:pt x="396278" y="566102"/>
                  </a:lnTo>
                  <a:lnTo>
                    <a:pt x="447649" y="564896"/>
                  </a:lnTo>
                  <a:lnTo>
                    <a:pt x="497509" y="561301"/>
                  </a:lnTo>
                  <a:lnTo>
                    <a:pt x="545350" y="555421"/>
                  </a:lnTo>
                  <a:lnTo>
                    <a:pt x="590689" y="547306"/>
                  </a:lnTo>
                  <a:lnTo>
                    <a:pt x="633006" y="537044"/>
                  </a:lnTo>
                  <a:lnTo>
                    <a:pt x="671817" y="524713"/>
                  </a:lnTo>
                  <a:lnTo>
                    <a:pt x="727786" y="499237"/>
                  </a:lnTo>
                  <a:lnTo>
                    <a:pt x="766991" y="469696"/>
                  </a:lnTo>
                  <a:lnTo>
                    <a:pt x="766991" y="414540"/>
                  </a:lnTo>
                  <a:lnTo>
                    <a:pt x="760044" y="437654"/>
                  </a:lnTo>
                  <a:lnTo>
                    <a:pt x="739813" y="460222"/>
                  </a:lnTo>
                  <a:lnTo>
                    <a:pt x="707199" y="481482"/>
                  </a:lnTo>
                  <a:lnTo>
                    <a:pt x="663117" y="500672"/>
                  </a:lnTo>
                  <a:lnTo>
                    <a:pt x="617778" y="514692"/>
                  </a:lnTo>
                  <a:lnTo>
                    <a:pt x="567588" y="525818"/>
                  </a:lnTo>
                  <a:lnTo>
                    <a:pt x="513384" y="533908"/>
                  </a:lnTo>
                  <a:lnTo>
                    <a:pt x="456006" y="538861"/>
                  </a:lnTo>
                  <a:lnTo>
                    <a:pt x="396278" y="540537"/>
                  </a:lnTo>
                  <a:lnTo>
                    <a:pt x="336562" y="538861"/>
                  </a:lnTo>
                  <a:lnTo>
                    <a:pt x="279184" y="533908"/>
                  </a:lnTo>
                  <a:lnTo>
                    <a:pt x="224980" y="525818"/>
                  </a:lnTo>
                  <a:lnTo>
                    <a:pt x="174790" y="514692"/>
                  </a:lnTo>
                  <a:lnTo>
                    <a:pt x="129451" y="500672"/>
                  </a:lnTo>
                  <a:lnTo>
                    <a:pt x="85369" y="481482"/>
                  </a:lnTo>
                  <a:lnTo>
                    <a:pt x="67310" y="469696"/>
                  </a:lnTo>
                  <a:lnTo>
                    <a:pt x="52755" y="460222"/>
                  </a:lnTo>
                  <a:lnTo>
                    <a:pt x="32524" y="437654"/>
                  </a:lnTo>
                  <a:lnTo>
                    <a:pt x="25565" y="414540"/>
                  </a:lnTo>
                  <a:lnTo>
                    <a:pt x="25565" y="206705"/>
                  </a:lnTo>
                  <a:lnTo>
                    <a:pt x="43040" y="221919"/>
                  </a:lnTo>
                  <a:lnTo>
                    <a:pt x="64808" y="236245"/>
                  </a:lnTo>
                  <a:lnTo>
                    <a:pt x="120764" y="261734"/>
                  </a:lnTo>
                  <a:lnTo>
                    <a:pt x="159588" y="274078"/>
                  </a:lnTo>
                  <a:lnTo>
                    <a:pt x="201904" y="284340"/>
                  </a:lnTo>
                  <a:lnTo>
                    <a:pt x="247243" y="292442"/>
                  </a:lnTo>
                  <a:lnTo>
                    <a:pt x="295084" y="298335"/>
                  </a:lnTo>
                  <a:lnTo>
                    <a:pt x="344932" y="301929"/>
                  </a:lnTo>
                  <a:lnTo>
                    <a:pt x="396278" y="303136"/>
                  </a:lnTo>
                  <a:lnTo>
                    <a:pt x="447636" y="301929"/>
                  </a:lnTo>
                  <a:lnTo>
                    <a:pt x="497484" y="298335"/>
                  </a:lnTo>
                  <a:lnTo>
                    <a:pt x="545325" y="292442"/>
                  </a:lnTo>
                  <a:lnTo>
                    <a:pt x="590664" y="284340"/>
                  </a:lnTo>
                  <a:lnTo>
                    <a:pt x="618502" y="277583"/>
                  </a:lnTo>
                  <a:lnTo>
                    <a:pt x="632993" y="274078"/>
                  </a:lnTo>
                  <a:lnTo>
                    <a:pt x="671804" y="261734"/>
                  </a:lnTo>
                  <a:lnTo>
                    <a:pt x="727773" y="236245"/>
                  </a:lnTo>
                  <a:lnTo>
                    <a:pt x="766991" y="206705"/>
                  </a:lnTo>
                  <a:lnTo>
                    <a:pt x="766991" y="151574"/>
                  </a:lnTo>
                  <a:lnTo>
                    <a:pt x="760044" y="174675"/>
                  </a:lnTo>
                  <a:lnTo>
                    <a:pt x="739813" y="197231"/>
                  </a:lnTo>
                  <a:lnTo>
                    <a:pt x="707199" y="218490"/>
                  </a:lnTo>
                  <a:lnTo>
                    <a:pt x="663105" y="237693"/>
                  </a:lnTo>
                  <a:lnTo>
                    <a:pt x="617766" y="251714"/>
                  </a:lnTo>
                  <a:lnTo>
                    <a:pt x="567575" y="262851"/>
                  </a:lnTo>
                  <a:lnTo>
                    <a:pt x="513372" y="270954"/>
                  </a:lnTo>
                  <a:lnTo>
                    <a:pt x="455993" y="275907"/>
                  </a:lnTo>
                  <a:lnTo>
                    <a:pt x="396278" y="277583"/>
                  </a:lnTo>
                  <a:lnTo>
                    <a:pt x="336575" y="275907"/>
                  </a:lnTo>
                  <a:lnTo>
                    <a:pt x="279209" y="270954"/>
                  </a:lnTo>
                  <a:lnTo>
                    <a:pt x="225005" y="262851"/>
                  </a:lnTo>
                  <a:lnTo>
                    <a:pt x="174815" y="251714"/>
                  </a:lnTo>
                  <a:lnTo>
                    <a:pt x="129463" y="237693"/>
                  </a:lnTo>
                  <a:lnTo>
                    <a:pt x="85382" y="218490"/>
                  </a:lnTo>
                  <a:lnTo>
                    <a:pt x="67297" y="206705"/>
                  </a:lnTo>
                  <a:lnTo>
                    <a:pt x="52755" y="197231"/>
                  </a:lnTo>
                  <a:lnTo>
                    <a:pt x="32524" y="174675"/>
                  </a:lnTo>
                  <a:lnTo>
                    <a:pt x="25565" y="151574"/>
                  </a:lnTo>
                  <a:lnTo>
                    <a:pt x="32524" y="128473"/>
                  </a:lnTo>
                  <a:lnTo>
                    <a:pt x="85382" y="84658"/>
                  </a:lnTo>
                  <a:lnTo>
                    <a:pt x="129463" y="65455"/>
                  </a:lnTo>
                  <a:lnTo>
                    <a:pt x="174815" y="51435"/>
                  </a:lnTo>
                  <a:lnTo>
                    <a:pt x="225005" y="40309"/>
                  </a:lnTo>
                  <a:lnTo>
                    <a:pt x="279209" y="32207"/>
                  </a:lnTo>
                  <a:lnTo>
                    <a:pt x="336575" y="27241"/>
                  </a:lnTo>
                  <a:lnTo>
                    <a:pt x="396278" y="25565"/>
                  </a:lnTo>
                  <a:lnTo>
                    <a:pt x="455993" y="27241"/>
                  </a:lnTo>
                  <a:lnTo>
                    <a:pt x="513372" y="32207"/>
                  </a:lnTo>
                  <a:lnTo>
                    <a:pt x="567575" y="40309"/>
                  </a:lnTo>
                  <a:lnTo>
                    <a:pt x="617766" y="51435"/>
                  </a:lnTo>
                  <a:lnTo>
                    <a:pt x="663105" y="65455"/>
                  </a:lnTo>
                  <a:lnTo>
                    <a:pt x="707199" y="84658"/>
                  </a:lnTo>
                  <a:lnTo>
                    <a:pt x="739813" y="105918"/>
                  </a:lnTo>
                  <a:lnTo>
                    <a:pt x="766991" y="151574"/>
                  </a:lnTo>
                  <a:lnTo>
                    <a:pt x="766991" y="98044"/>
                  </a:lnTo>
                  <a:lnTo>
                    <a:pt x="723531" y="64490"/>
                  </a:lnTo>
                  <a:lnTo>
                    <a:pt x="671804" y="41414"/>
                  </a:lnTo>
                  <a:lnTo>
                    <a:pt x="632993" y="29070"/>
                  </a:lnTo>
                  <a:lnTo>
                    <a:pt x="618528" y="25565"/>
                  </a:lnTo>
                  <a:lnTo>
                    <a:pt x="590664" y="18808"/>
                  </a:lnTo>
                  <a:lnTo>
                    <a:pt x="545338" y="10693"/>
                  </a:lnTo>
                  <a:lnTo>
                    <a:pt x="497484" y="4800"/>
                  </a:lnTo>
                  <a:lnTo>
                    <a:pt x="447636" y="1219"/>
                  </a:lnTo>
                  <a:lnTo>
                    <a:pt x="396278" y="0"/>
                  </a:lnTo>
                  <a:lnTo>
                    <a:pt x="344932" y="1219"/>
                  </a:lnTo>
                  <a:lnTo>
                    <a:pt x="295084" y="4800"/>
                  </a:lnTo>
                  <a:lnTo>
                    <a:pt x="247243" y="10693"/>
                  </a:lnTo>
                  <a:lnTo>
                    <a:pt x="201904" y="18808"/>
                  </a:lnTo>
                  <a:lnTo>
                    <a:pt x="159588" y="29070"/>
                  </a:lnTo>
                  <a:lnTo>
                    <a:pt x="120764" y="41414"/>
                  </a:lnTo>
                  <a:lnTo>
                    <a:pt x="69037" y="64490"/>
                  </a:lnTo>
                  <a:lnTo>
                    <a:pt x="31178" y="90995"/>
                  </a:lnTo>
                  <a:lnTo>
                    <a:pt x="0" y="151574"/>
                  </a:lnTo>
                  <a:lnTo>
                    <a:pt x="0" y="942301"/>
                  </a:lnTo>
                  <a:lnTo>
                    <a:pt x="31178" y="1002906"/>
                  </a:lnTo>
                  <a:lnTo>
                    <a:pt x="69037" y="1029411"/>
                  </a:lnTo>
                  <a:lnTo>
                    <a:pt x="120751" y="1052474"/>
                  </a:lnTo>
                  <a:lnTo>
                    <a:pt x="159562" y="1064818"/>
                  </a:lnTo>
                  <a:lnTo>
                    <a:pt x="201891" y="1075080"/>
                  </a:lnTo>
                  <a:lnTo>
                    <a:pt x="247218" y="1083183"/>
                  </a:lnTo>
                  <a:lnTo>
                    <a:pt x="295071" y="1089075"/>
                  </a:lnTo>
                  <a:lnTo>
                    <a:pt x="345973" y="1092746"/>
                  </a:lnTo>
                  <a:lnTo>
                    <a:pt x="348119" y="1092746"/>
                  </a:lnTo>
                  <a:lnTo>
                    <a:pt x="396278" y="1093876"/>
                  </a:lnTo>
                  <a:lnTo>
                    <a:pt x="445630" y="1092746"/>
                  </a:lnTo>
                  <a:lnTo>
                    <a:pt x="493941" y="1089367"/>
                  </a:lnTo>
                  <a:lnTo>
                    <a:pt x="540626" y="1083830"/>
                  </a:lnTo>
                  <a:lnTo>
                    <a:pt x="585089" y="1076172"/>
                  </a:lnTo>
                  <a:lnTo>
                    <a:pt x="614426" y="1120990"/>
                  </a:lnTo>
                  <a:lnTo>
                    <a:pt x="650773" y="1160589"/>
                  </a:lnTo>
                  <a:lnTo>
                    <a:pt x="693521" y="1194028"/>
                  </a:lnTo>
                  <a:lnTo>
                    <a:pt x="742073" y="1220355"/>
                  </a:lnTo>
                  <a:lnTo>
                    <a:pt x="776046" y="1234757"/>
                  </a:lnTo>
                  <a:lnTo>
                    <a:pt x="779513" y="1234757"/>
                  </a:lnTo>
                  <a:lnTo>
                    <a:pt x="781240" y="1234414"/>
                  </a:lnTo>
                  <a:lnTo>
                    <a:pt x="817333" y="1218819"/>
                  </a:lnTo>
                  <a:lnTo>
                    <a:pt x="838365" y="1208036"/>
                  </a:lnTo>
                  <a:lnTo>
                    <a:pt x="860996" y="1196441"/>
                  </a:lnTo>
                  <a:lnTo>
                    <a:pt x="900188" y="1168400"/>
                  </a:lnTo>
                  <a:lnTo>
                    <a:pt x="934491" y="1135341"/>
                  </a:lnTo>
                  <a:lnTo>
                    <a:pt x="963510" y="1097876"/>
                  </a:lnTo>
                  <a:lnTo>
                    <a:pt x="986802" y="1056665"/>
                  </a:lnTo>
                  <a:lnTo>
                    <a:pt x="1003947" y="1012304"/>
                  </a:lnTo>
                  <a:lnTo>
                    <a:pt x="1014552" y="965441"/>
                  </a:lnTo>
                  <a:lnTo>
                    <a:pt x="1018171" y="916686"/>
                  </a:lnTo>
                  <a:close/>
                </a:path>
              </a:pathLst>
            </a:custGeom>
            <a:solidFill>
              <a:srgbClr val="2DC2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56696" y="4719387"/>
              <a:ext cx="86525" cy="8652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0128289" y="5029663"/>
              <a:ext cx="271145" cy="35560"/>
            </a:xfrm>
            <a:custGeom>
              <a:avLst/>
              <a:gdLst/>
              <a:ahLst/>
              <a:cxnLst/>
              <a:rect l="l" t="t" r="r" b="b"/>
              <a:pathLst>
                <a:path w="271145" h="35560">
                  <a:moveTo>
                    <a:pt x="8343" y="0"/>
                  </a:moveTo>
                  <a:lnTo>
                    <a:pt x="1905" y="4902"/>
                  </a:lnTo>
                  <a:lnTo>
                    <a:pt x="0" y="18884"/>
                  </a:lnTo>
                  <a:lnTo>
                    <a:pt x="4889" y="25323"/>
                  </a:lnTo>
                  <a:lnTo>
                    <a:pt x="45186" y="30228"/>
                  </a:lnTo>
                  <a:lnTo>
                    <a:pt x="113941" y="34750"/>
                  </a:lnTo>
                  <a:lnTo>
                    <a:pt x="149161" y="35318"/>
                  </a:lnTo>
                  <a:lnTo>
                    <a:pt x="177080" y="34960"/>
                  </a:lnTo>
                  <a:lnTo>
                    <a:pt x="204747" y="33888"/>
                  </a:lnTo>
                  <a:lnTo>
                    <a:pt x="232070" y="32109"/>
                  </a:lnTo>
                  <a:lnTo>
                    <a:pt x="265976" y="28879"/>
                  </a:lnTo>
                  <a:lnTo>
                    <a:pt x="271068" y="22580"/>
                  </a:lnTo>
                  <a:lnTo>
                    <a:pt x="269570" y="8534"/>
                  </a:lnTo>
                  <a:lnTo>
                    <a:pt x="263245" y="3428"/>
                  </a:lnTo>
                  <a:lnTo>
                    <a:pt x="230041" y="6624"/>
                  </a:lnTo>
                  <a:lnTo>
                    <a:pt x="203395" y="8359"/>
                  </a:lnTo>
                  <a:lnTo>
                    <a:pt x="176403" y="9404"/>
                  </a:lnTo>
                  <a:lnTo>
                    <a:pt x="149161" y="9753"/>
                  </a:lnTo>
                  <a:lnTo>
                    <a:pt x="114807" y="9199"/>
                  </a:lnTo>
                  <a:lnTo>
                    <a:pt x="80976" y="7543"/>
                  </a:lnTo>
                  <a:lnTo>
                    <a:pt x="47786" y="4792"/>
                  </a:lnTo>
                  <a:lnTo>
                    <a:pt x="8343" y="0"/>
                  </a:lnTo>
                  <a:close/>
                </a:path>
              </a:pathLst>
            </a:custGeom>
            <a:solidFill>
              <a:srgbClr val="2DC2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56696" y="4978463"/>
              <a:ext cx="86525" cy="8652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0128280" y="5288751"/>
              <a:ext cx="271145" cy="35560"/>
            </a:xfrm>
            <a:custGeom>
              <a:avLst/>
              <a:gdLst/>
              <a:ahLst/>
              <a:cxnLst/>
              <a:rect l="l" t="t" r="r" b="b"/>
              <a:pathLst>
                <a:path w="271145" h="35560">
                  <a:moveTo>
                    <a:pt x="8356" y="0"/>
                  </a:moveTo>
                  <a:lnTo>
                    <a:pt x="1917" y="4889"/>
                  </a:lnTo>
                  <a:lnTo>
                    <a:pt x="0" y="18872"/>
                  </a:lnTo>
                  <a:lnTo>
                    <a:pt x="4902" y="25311"/>
                  </a:lnTo>
                  <a:lnTo>
                    <a:pt x="45193" y="30216"/>
                  </a:lnTo>
                  <a:lnTo>
                    <a:pt x="79254" y="33039"/>
                  </a:lnTo>
                  <a:lnTo>
                    <a:pt x="113953" y="34738"/>
                  </a:lnTo>
                  <a:lnTo>
                    <a:pt x="149174" y="35305"/>
                  </a:lnTo>
                  <a:lnTo>
                    <a:pt x="177087" y="34947"/>
                  </a:lnTo>
                  <a:lnTo>
                    <a:pt x="204755" y="33875"/>
                  </a:lnTo>
                  <a:lnTo>
                    <a:pt x="232080" y="32096"/>
                  </a:lnTo>
                  <a:lnTo>
                    <a:pt x="265988" y="28867"/>
                  </a:lnTo>
                  <a:lnTo>
                    <a:pt x="271068" y="22567"/>
                  </a:lnTo>
                  <a:lnTo>
                    <a:pt x="269570" y="8521"/>
                  </a:lnTo>
                  <a:lnTo>
                    <a:pt x="263245" y="3428"/>
                  </a:lnTo>
                  <a:lnTo>
                    <a:pt x="256260" y="4190"/>
                  </a:lnTo>
                  <a:lnTo>
                    <a:pt x="230046" y="6611"/>
                  </a:lnTo>
                  <a:lnTo>
                    <a:pt x="203398" y="8347"/>
                  </a:lnTo>
                  <a:lnTo>
                    <a:pt x="176409" y="9391"/>
                  </a:lnTo>
                  <a:lnTo>
                    <a:pt x="149174" y="9740"/>
                  </a:lnTo>
                  <a:lnTo>
                    <a:pt x="114822" y="9187"/>
                  </a:lnTo>
                  <a:lnTo>
                    <a:pt x="80992" y="7531"/>
                  </a:lnTo>
                  <a:lnTo>
                    <a:pt x="47799" y="4779"/>
                  </a:lnTo>
                  <a:lnTo>
                    <a:pt x="8356" y="0"/>
                  </a:lnTo>
                  <a:close/>
                </a:path>
              </a:pathLst>
            </a:custGeom>
            <a:solidFill>
              <a:srgbClr val="2DC2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553615" y="5233996"/>
              <a:ext cx="227228" cy="140169"/>
            </a:xfrm>
            <a:prstGeom prst="rect">
              <a:avLst/>
            </a:prstGeom>
          </p:spPr>
        </p:pic>
      </p:grpSp>
      <p:sp>
        <p:nvSpPr>
          <p:cNvPr id="25" name="object 25"/>
          <p:cNvSpPr/>
          <p:nvPr/>
        </p:nvSpPr>
        <p:spPr>
          <a:xfrm>
            <a:off x="1426029" y="4379431"/>
            <a:ext cx="1235075" cy="1220470"/>
          </a:xfrm>
          <a:custGeom>
            <a:avLst/>
            <a:gdLst/>
            <a:ahLst/>
            <a:cxnLst/>
            <a:rect l="l" t="t" r="r" b="b"/>
            <a:pathLst>
              <a:path w="1235075" h="1220470">
                <a:moveTo>
                  <a:pt x="542251" y="0"/>
                </a:moveTo>
                <a:lnTo>
                  <a:pt x="0" y="156210"/>
                </a:lnTo>
                <a:lnTo>
                  <a:pt x="95" y="523240"/>
                </a:lnTo>
                <a:lnTo>
                  <a:pt x="1668" y="565150"/>
                </a:lnTo>
                <a:lnTo>
                  <a:pt x="1716" y="566420"/>
                </a:lnTo>
                <a:lnTo>
                  <a:pt x="1811" y="568960"/>
                </a:lnTo>
                <a:lnTo>
                  <a:pt x="7575" y="623570"/>
                </a:lnTo>
                <a:lnTo>
                  <a:pt x="16926" y="674370"/>
                </a:lnTo>
                <a:lnTo>
                  <a:pt x="29881" y="723900"/>
                </a:lnTo>
                <a:lnTo>
                  <a:pt x="46361" y="773430"/>
                </a:lnTo>
                <a:lnTo>
                  <a:pt x="66288" y="821690"/>
                </a:lnTo>
                <a:lnTo>
                  <a:pt x="89583" y="867410"/>
                </a:lnTo>
                <a:lnTo>
                  <a:pt x="116166" y="913130"/>
                </a:lnTo>
                <a:lnTo>
                  <a:pt x="145961" y="956310"/>
                </a:lnTo>
                <a:lnTo>
                  <a:pt x="176200" y="993140"/>
                </a:lnTo>
                <a:lnTo>
                  <a:pt x="208802" y="1029970"/>
                </a:lnTo>
                <a:lnTo>
                  <a:pt x="243627" y="1062990"/>
                </a:lnTo>
                <a:lnTo>
                  <a:pt x="280537" y="1093470"/>
                </a:lnTo>
                <a:lnTo>
                  <a:pt x="319395" y="1121410"/>
                </a:lnTo>
                <a:lnTo>
                  <a:pt x="360063" y="1146810"/>
                </a:lnTo>
                <a:lnTo>
                  <a:pt x="402402" y="1169670"/>
                </a:lnTo>
                <a:lnTo>
                  <a:pt x="446276" y="1189990"/>
                </a:lnTo>
                <a:lnTo>
                  <a:pt x="491546" y="1206500"/>
                </a:lnTo>
                <a:lnTo>
                  <a:pt x="538073" y="1220470"/>
                </a:lnTo>
                <a:lnTo>
                  <a:pt x="546417" y="1220470"/>
                </a:lnTo>
                <a:lnTo>
                  <a:pt x="590941" y="1206500"/>
                </a:lnTo>
                <a:lnTo>
                  <a:pt x="634446" y="1191260"/>
                </a:lnTo>
                <a:lnTo>
                  <a:pt x="642916" y="1187450"/>
                </a:lnTo>
                <a:lnTo>
                  <a:pt x="542251" y="1187450"/>
                </a:lnTo>
                <a:lnTo>
                  <a:pt x="495630" y="1172210"/>
                </a:lnTo>
                <a:lnTo>
                  <a:pt x="450624" y="1155700"/>
                </a:lnTo>
                <a:lnTo>
                  <a:pt x="407336" y="1135380"/>
                </a:lnTo>
                <a:lnTo>
                  <a:pt x="365870" y="1112520"/>
                </a:lnTo>
                <a:lnTo>
                  <a:pt x="326329" y="1085850"/>
                </a:lnTo>
                <a:lnTo>
                  <a:pt x="288818" y="1057910"/>
                </a:lnTo>
                <a:lnTo>
                  <a:pt x="253438" y="1027430"/>
                </a:lnTo>
                <a:lnTo>
                  <a:pt x="220295" y="994410"/>
                </a:lnTo>
                <a:lnTo>
                  <a:pt x="189490" y="958850"/>
                </a:lnTo>
                <a:lnTo>
                  <a:pt x="161129" y="922020"/>
                </a:lnTo>
                <a:lnTo>
                  <a:pt x="135313" y="882650"/>
                </a:lnTo>
                <a:lnTo>
                  <a:pt x="112147" y="842010"/>
                </a:lnTo>
                <a:lnTo>
                  <a:pt x="91735" y="800100"/>
                </a:lnTo>
                <a:lnTo>
                  <a:pt x="74178" y="755650"/>
                </a:lnTo>
                <a:lnTo>
                  <a:pt x="59582" y="711200"/>
                </a:lnTo>
                <a:lnTo>
                  <a:pt x="48050" y="664210"/>
                </a:lnTo>
                <a:lnTo>
                  <a:pt x="39684" y="617220"/>
                </a:lnTo>
                <a:lnTo>
                  <a:pt x="34589" y="568960"/>
                </a:lnTo>
                <a:lnTo>
                  <a:pt x="33139" y="528320"/>
                </a:lnTo>
                <a:lnTo>
                  <a:pt x="33048" y="525780"/>
                </a:lnTo>
                <a:lnTo>
                  <a:pt x="32958" y="523240"/>
                </a:lnTo>
                <a:lnTo>
                  <a:pt x="32867" y="180340"/>
                </a:lnTo>
                <a:lnTo>
                  <a:pt x="542251" y="33020"/>
                </a:lnTo>
                <a:lnTo>
                  <a:pt x="656868" y="33020"/>
                </a:lnTo>
                <a:lnTo>
                  <a:pt x="542251" y="0"/>
                </a:lnTo>
                <a:close/>
              </a:path>
              <a:path w="1235075" h="1220470">
                <a:moveTo>
                  <a:pt x="808066" y="1126490"/>
                </a:moveTo>
                <a:lnTo>
                  <a:pt x="757491" y="1126490"/>
                </a:lnTo>
                <a:lnTo>
                  <a:pt x="793561" y="1156970"/>
                </a:lnTo>
                <a:lnTo>
                  <a:pt x="833614" y="1181100"/>
                </a:lnTo>
                <a:lnTo>
                  <a:pt x="876681" y="1197610"/>
                </a:lnTo>
                <a:lnTo>
                  <a:pt x="921794" y="1207770"/>
                </a:lnTo>
                <a:lnTo>
                  <a:pt x="967987" y="1209040"/>
                </a:lnTo>
                <a:lnTo>
                  <a:pt x="1014291" y="1203960"/>
                </a:lnTo>
                <a:lnTo>
                  <a:pt x="1059738" y="1189990"/>
                </a:lnTo>
                <a:lnTo>
                  <a:pt x="1084707" y="1177290"/>
                </a:lnTo>
                <a:lnTo>
                  <a:pt x="956094" y="1177290"/>
                </a:lnTo>
                <a:lnTo>
                  <a:pt x="906561" y="1172210"/>
                </a:lnTo>
                <a:lnTo>
                  <a:pt x="860426" y="1156970"/>
                </a:lnTo>
                <a:lnTo>
                  <a:pt x="818676" y="1135380"/>
                </a:lnTo>
                <a:lnTo>
                  <a:pt x="808066" y="1126490"/>
                </a:lnTo>
                <a:close/>
              </a:path>
              <a:path w="1235075" h="1220470">
                <a:moveTo>
                  <a:pt x="741300" y="1047750"/>
                </a:moveTo>
                <a:lnTo>
                  <a:pt x="703275" y="1047750"/>
                </a:lnTo>
                <a:lnTo>
                  <a:pt x="710251" y="1061720"/>
                </a:lnTo>
                <a:lnTo>
                  <a:pt x="717986" y="1075690"/>
                </a:lnTo>
                <a:lnTo>
                  <a:pt x="726462" y="1088390"/>
                </a:lnTo>
                <a:lnTo>
                  <a:pt x="735660" y="1101090"/>
                </a:lnTo>
                <a:lnTo>
                  <a:pt x="689941" y="1127760"/>
                </a:lnTo>
                <a:lnTo>
                  <a:pt x="642318" y="1151890"/>
                </a:lnTo>
                <a:lnTo>
                  <a:pt x="593013" y="1170940"/>
                </a:lnTo>
                <a:lnTo>
                  <a:pt x="542251" y="1187450"/>
                </a:lnTo>
                <a:lnTo>
                  <a:pt x="642916" y="1187450"/>
                </a:lnTo>
                <a:lnTo>
                  <a:pt x="676796" y="1172210"/>
                </a:lnTo>
                <a:lnTo>
                  <a:pt x="717856" y="1150620"/>
                </a:lnTo>
                <a:lnTo>
                  <a:pt x="757491" y="1126490"/>
                </a:lnTo>
                <a:lnTo>
                  <a:pt x="808066" y="1126490"/>
                </a:lnTo>
                <a:lnTo>
                  <a:pt x="782300" y="1104900"/>
                </a:lnTo>
                <a:lnTo>
                  <a:pt x="752288" y="1068070"/>
                </a:lnTo>
                <a:lnTo>
                  <a:pt x="741300" y="1047750"/>
                </a:lnTo>
                <a:close/>
              </a:path>
              <a:path w="1235075" h="1220470">
                <a:moveTo>
                  <a:pt x="1085909" y="685800"/>
                </a:moveTo>
                <a:lnTo>
                  <a:pt x="956094" y="685800"/>
                </a:lnTo>
                <a:lnTo>
                  <a:pt x="1005626" y="689610"/>
                </a:lnTo>
                <a:lnTo>
                  <a:pt x="1051760" y="704850"/>
                </a:lnTo>
                <a:lnTo>
                  <a:pt x="1093507" y="727710"/>
                </a:lnTo>
                <a:lnTo>
                  <a:pt x="1129880" y="756920"/>
                </a:lnTo>
                <a:lnTo>
                  <a:pt x="1159891" y="793750"/>
                </a:lnTo>
                <a:lnTo>
                  <a:pt x="1182550" y="835660"/>
                </a:lnTo>
                <a:lnTo>
                  <a:pt x="1196871" y="881380"/>
                </a:lnTo>
                <a:lnTo>
                  <a:pt x="1201864" y="930910"/>
                </a:lnTo>
                <a:lnTo>
                  <a:pt x="1196828" y="980440"/>
                </a:lnTo>
                <a:lnTo>
                  <a:pt x="1182482" y="1026160"/>
                </a:lnTo>
                <a:lnTo>
                  <a:pt x="1159812" y="1068070"/>
                </a:lnTo>
                <a:lnTo>
                  <a:pt x="1129803" y="1104900"/>
                </a:lnTo>
                <a:lnTo>
                  <a:pt x="1093439" y="1134110"/>
                </a:lnTo>
                <a:lnTo>
                  <a:pt x="1051708" y="1156970"/>
                </a:lnTo>
                <a:lnTo>
                  <a:pt x="1005593" y="1172210"/>
                </a:lnTo>
                <a:lnTo>
                  <a:pt x="956081" y="1177290"/>
                </a:lnTo>
                <a:lnTo>
                  <a:pt x="1084707" y="1177290"/>
                </a:lnTo>
                <a:lnTo>
                  <a:pt x="1139749" y="1140460"/>
                </a:lnTo>
                <a:lnTo>
                  <a:pt x="1171868" y="1107440"/>
                </a:lnTo>
                <a:lnTo>
                  <a:pt x="1197983" y="1069340"/>
                </a:lnTo>
                <a:lnTo>
                  <a:pt x="1217532" y="1027430"/>
                </a:lnTo>
                <a:lnTo>
                  <a:pt x="1229956" y="982980"/>
                </a:lnTo>
                <a:lnTo>
                  <a:pt x="1234569" y="935990"/>
                </a:lnTo>
                <a:lnTo>
                  <a:pt x="1234694" y="934720"/>
                </a:lnTo>
                <a:lnTo>
                  <a:pt x="1231353" y="887730"/>
                </a:lnTo>
                <a:lnTo>
                  <a:pt x="1220263" y="842010"/>
                </a:lnTo>
                <a:lnTo>
                  <a:pt x="1201960" y="800100"/>
                </a:lnTo>
                <a:lnTo>
                  <a:pt x="1176979" y="760730"/>
                </a:lnTo>
                <a:lnTo>
                  <a:pt x="1145857" y="726440"/>
                </a:lnTo>
                <a:lnTo>
                  <a:pt x="1109129" y="698500"/>
                </a:lnTo>
                <a:lnTo>
                  <a:pt x="1085909" y="685800"/>
                </a:lnTo>
                <a:close/>
              </a:path>
              <a:path w="1235075" h="1220470">
                <a:moveTo>
                  <a:pt x="542251" y="105410"/>
                </a:moveTo>
                <a:lnTo>
                  <a:pt x="93459" y="233680"/>
                </a:lnTo>
                <a:lnTo>
                  <a:pt x="93459" y="535940"/>
                </a:lnTo>
                <a:lnTo>
                  <a:pt x="95483" y="581660"/>
                </a:lnTo>
                <a:lnTo>
                  <a:pt x="95595" y="584200"/>
                </a:lnTo>
                <a:lnTo>
                  <a:pt x="101574" y="632460"/>
                </a:lnTo>
                <a:lnTo>
                  <a:pt x="111323" y="679450"/>
                </a:lnTo>
                <a:lnTo>
                  <a:pt x="124767" y="726440"/>
                </a:lnTo>
                <a:lnTo>
                  <a:pt x="141835" y="770890"/>
                </a:lnTo>
                <a:lnTo>
                  <a:pt x="162453" y="814070"/>
                </a:lnTo>
                <a:lnTo>
                  <a:pt x="186548" y="855980"/>
                </a:lnTo>
                <a:lnTo>
                  <a:pt x="214045" y="896620"/>
                </a:lnTo>
                <a:lnTo>
                  <a:pt x="245592" y="934720"/>
                </a:lnTo>
                <a:lnTo>
                  <a:pt x="280143" y="971550"/>
                </a:lnTo>
                <a:lnTo>
                  <a:pt x="317475" y="1003300"/>
                </a:lnTo>
                <a:lnTo>
                  <a:pt x="357366" y="1032510"/>
                </a:lnTo>
                <a:lnTo>
                  <a:pt x="399594" y="1059180"/>
                </a:lnTo>
                <a:lnTo>
                  <a:pt x="443937" y="1080770"/>
                </a:lnTo>
                <a:lnTo>
                  <a:pt x="490170" y="1099820"/>
                </a:lnTo>
                <a:lnTo>
                  <a:pt x="538073" y="1115060"/>
                </a:lnTo>
                <a:lnTo>
                  <a:pt x="546417" y="1115060"/>
                </a:lnTo>
                <a:lnTo>
                  <a:pt x="587358" y="1102360"/>
                </a:lnTo>
                <a:lnTo>
                  <a:pt x="627251" y="1087120"/>
                </a:lnTo>
                <a:lnTo>
                  <a:pt x="638305" y="1082040"/>
                </a:lnTo>
                <a:lnTo>
                  <a:pt x="542251" y="1082040"/>
                </a:lnTo>
                <a:lnTo>
                  <a:pt x="497183" y="1066800"/>
                </a:lnTo>
                <a:lnTo>
                  <a:pt x="453998" y="1049020"/>
                </a:lnTo>
                <a:lnTo>
                  <a:pt x="412837" y="1028700"/>
                </a:lnTo>
                <a:lnTo>
                  <a:pt x="373843" y="1004570"/>
                </a:lnTo>
                <a:lnTo>
                  <a:pt x="337155" y="976630"/>
                </a:lnTo>
                <a:lnTo>
                  <a:pt x="302917" y="947420"/>
                </a:lnTo>
                <a:lnTo>
                  <a:pt x="271268" y="914400"/>
                </a:lnTo>
                <a:lnTo>
                  <a:pt x="242350" y="880110"/>
                </a:lnTo>
                <a:lnTo>
                  <a:pt x="216306" y="842010"/>
                </a:lnTo>
                <a:lnTo>
                  <a:pt x="193275" y="803910"/>
                </a:lnTo>
                <a:lnTo>
                  <a:pt x="173400" y="762000"/>
                </a:lnTo>
                <a:lnTo>
                  <a:pt x="156821" y="720090"/>
                </a:lnTo>
                <a:lnTo>
                  <a:pt x="143681" y="675640"/>
                </a:lnTo>
                <a:lnTo>
                  <a:pt x="134119" y="629920"/>
                </a:lnTo>
                <a:lnTo>
                  <a:pt x="128279" y="584200"/>
                </a:lnTo>
                <a:lnTo>
                  <a:pt x="126301" y="535940"/>
                </a:lnTo>
                <a:lnTo>
                  <a:pt x="126301" y="259080"/>
                </a:lnTo>
                <a:lnTo>
                  <a:pt x="542251" y="139700"/>
                </a:lnTo>
                <a:lnTo>
                  <a:pt x="662222" y="139700"/>
                </a:lnTo>
                <a:lnTo>
                  <a:pt x="542251" y="105410"/>
                </a:lnTo>
                <a:close/>
              </a:path>
              <a:path w="1235075" h="1220470">
                <a:moveTo>
                  <a:pt x="1047737" y="847090"/>
                </a:moveTo>
                <a:lnTo>
                  <a:pt x="864438" y="847090"/>
                </a:lnTo>
                <a:lnTo>
                  <a:pt x="847394" y="850900"/>
                </a:lnTo>
                <a:lnTo>
                  <a:pt x="833472" y="859790"/>
                </a:lnTo>
                <a:lnTo>
                  <a:pt x="824079" y="873760"/>
                </a:lnTo>
                <a:lnTo>
                  <a:pt x="820623" y="891540"/>
                </a:lnTo>
                <a:lnTo>
                  <a:pt x="820623" y="1059180"/>
                </a:lnTo>
                <a:lnTo>
                  <a:pt x="824079" y="1076960"/>
                </a:lnTo>
                <a:lnTo>
                  <a:pt x="833472" y="1090930"/>
                </a:lnTo>
                <a:lnTo>
                  <a:pt x="847394" y="1099820"/>
                </a:lnTo>
                <a:lnTo>
                  <a:pt x="864438" y="1103630"/>
                </a:lnTo>
                <a:lnTo>
                  <a:pt x="1047750" y="1103630"/>
                </a:lnTo>
                <a:lnTo>
                  <a:pt x="1064799" y="1099820"/>
                </a:lnTo>
                <a:lnTo>
                  <a:pt x="1078722" y="1090930"/>
                </a:lnTo>
                <a:lnTo>
                  <a:pt x="1088115" y="1076960"/>
                </a:lnTo>
                <a:lnTo>
                  <a:pt x="1089352" y="1070610"/>
                </a:lnTo>
                <a:lnTo>
                  <a:pt x="858405" y="1070610"/>
                </a:lnTo>
                <a:lnTo>
                  <a:pt x="853554" y="1065530"/>
                </a:lnTo>
                <a:lnTo>
                  <a:pt x="853554" y="885190"/>
                </a:lnTo>
                <a:lnTo>
                  <a:pt x="858405" y="880110"/>
                </a:lnTo>
                <a:lnTo>
                  <a:pt x="1089350" y="880110"/>
                </a:lnTo>
                <a:lnTo>
                  <a:pt x="1088113" y="873760"/>
                </a:lnTo>
                <a:lnTo>
                  <a:pt x="1078715" y="859790"/>
                </a:lnTo>
                <a:lnTo>
                  <a:pt x="1064788" y="850900"/>
                </a:lnTo>
                <a:lnTo>
                  <a:pt x="1047737" y="847090"/>
                </a:lnTo>
                <a:close/>
              </a:path>
              <a:path w="1235075" h="1220470">
                <a:moveTo>
                  <a:pt x="662222" y="139700"/>
                </a:moveTo>
                <a:lnTo>
                  <a:pt x="542251" y="139700"/>
                </a:lnTo>
                <a:lnTo>
                  <a:pt x="958176" y="259080"/>
                </a:lnTo>
                <a:lnTo>
                  <a:pt x="958073" y="539750"/>
                </a:lnTo>
                <a:lnTo>
                  <a:pt x="955153" y="593090"/>
                </a:lnTo>
                <a:lnTo>
                  <a:pt x="945832" y="652780"/>
                </a:lnTo>
                <a:lnTo>
                  <a:pt x="894425" y="659130"/>
                </a:lnTo>
                <a:lnTo>
                  <a:pt x="845753" y="675640"/>
                </a:lnTo>
                <a:lnTo>
                  <a:pt x="800973" y="699770"/>
                </a:lnTo>
                <a:lnTo>
                  <a:pt x="761243" y="731520"/>
                </a:lnTo>
                <a:lnTo>
                  <a:pt x="727722" y="770890"/>
                </a:lnTo>
                <a:lnTo>
                  <a:pt x="702096" y="816610"/>
                </a:lnTo>
                <a:lnTo>
                  <a:pt x="685424" y="864870"/>
                </a:lnTo>
                <a:lnTo>
                  <a:pt x="678086" y="914400"/>
                </a:lnTo>
                <a:lnTo>
                  <a:pt x="677988" y="918210"/>
                </a:lnTo>
                <a:lnTo>
                  <a:pt x="679575" y="962660"/>
                </a:lnTo>
                <a:lnTo>
                  <a:pt x="679666" y="965200"/>
                </a:lnTo>
                <a:lnTo>
                  <a:pt x="679711" y="966470"/>
                </a:lnTo>
                <a:lnTo>
                  <a:pt x="691057" y="1017270"/>
                </a:lnTo>
                <a:lnTo>
                  <a:pt x="655701" y="1037590"/>
                </a:lnTo>
                <a:lnTo>
                  <a:pt x="619017" y="1054100"/>
                </a:lnTo>
                <a:lnTo>
                  <a:pt x="581151" y="1069340"/>
                </a:lnTo>
                <a:lnTo>
                  <a:pt x="542251" y="1082040"/>
                </a:lnTo>
                <a:lnTo>
                  <a:pt x="638305" y="1082040"/>
                </a:lnTo>
                <a:lnTo>
                  <a:pt x="665941" y="1069340"/>
                </a:lnTo>
                <a:lnTo>
                  <a:pt x="703275" y="1047750"/>
                </a:lnTo>
                <a:lnTo>
                  <a:pt x="741300" y="1047750"/>
                </a:lnTo>
                <a:lnTo>
                  <a:pt x="729626" y="1026160"/>
                </a:lnTo>
                <a:lnTo>
                  <a:pt x="715304" y="980440"/>
                </a:lnTo>
                <a:lnTo>
                  <a:pt x="710311" y="930910"/>
                </a:lnTo>
                <a:lnTo>
                  <a:pt x="715304" y="881380"/>
                </a:lnTo>
                <a:lnTo>
                  <a:pt x="729626" y="835660"/>
                </a:lnTo>
                <a:lnTo>
                  <a:pt x="752288" y="793750"/>
                </a:lnTo>
                <a:lnTo>
                  <a:pt x="782300" y="756920"/>
                </a:lnTo>
                <a:lnTo>
                  <a:pt x="818676" y="727710"/>
                </a:lnTo>
                <a:lnTo>
                  <a:pt x="860426" y="704850"/>
                </a:lnTo>
                <a:lnTo>
                  <a:pt x="906561" y="689610"/>
                </a:lnTo>
                <a:lnTo>
                  <a:pt x="956094" y="685800"/>
                </a:lnTo>
                <a:lnTo>
                  <a:pt x="1085909" y="685800"/>
                </a:lnTo>
                <a:lnTo>
                  <a:pt x="1067333" y="675640"/>
                </a:lnTo>
                <a:lnTo>
                  <a:pt x="1069572" y="664210"/>
                </a:lnTo>
                <a:lnTo>
                  <a:pt x="1036193" y="664210"/>
                </a:lnTo>
                <a:lnTo>
                  <a:pt x="1007999" y="656590"/>
                </a:lnTo>
                <a:lnTo>
                  <a:pt x="993673" y="655320"/>
                </a:lnTo>
                <a:lnTo>
                  <a:pt x="979233" y="652780"/>
                </a:lnTo>
                <a:lnTo>
                  <a:pt x="984366" y="624840"/>
                </a:lnTo>
                <a:lnTo>
                  <a:pt x="988047" y="595630"/>
                </a:lnTo>
                <a:lnTo>
                  <a:pt x="990833" y="543560"/>
                </a:lnTo>
                <a:lnTo>
                  <a:pt x="991031" y="233680"/>
                </a:lnTo>
                <a:lnTo>
                  <a:pt x="662222" y="139700"/>
                </a:lnTo>
                <a:close/>
              </a:path>
              <a:path w="1235075" h="1220470">
                <a:moveTo>
                  <a:pt x="1089350" y="880110"/>
                </a:moveTo>
                <a:lnTo>
                  <a:pt x="1053757" y="880110"/>
                </a:lnTo>
                <a:lnTo>
                  <a:pt x="1058621" y="885190"/>
                </a:lnTo>
                <a:lnTo>
                  <a:pt x="1058633" y="1065530"/>
                </a:lnTo>
                <a:lnTo>
                  <a:pt x="1053769" y="1070610"/>
                </a:lnTo>
                <a:lnTo>
                  <a:pt x="1089352" y="1070610"/>
                </a:lnTo>
                <a:lnTo>
                  <a:pt x="1091577" y="1059180"/>
                </a:lnTo>
                <a:lnTo>
                  <a:pt x="1091577" y="891540"/>
                </a:lnTo>
                <a:lnTo>
                  <a:pt x="1089350" y="880110"/>
                </a:lnTo>
                <a:close/>
              </a:path>
              <a:path w="1235075" h="1220470">
                <a:moveTo>
                  <a:pt x="956081" y="915670"/>
                </a:moveTo>
                <a:lnTo>
                  <a:pt x="919308" y="935990"/>
                </a:lnTo>
                <a:lnTo>
                  <a:pt x="913834" y="953770"/>
                </a:lnTo>
                <a:lnTo>
                  <a:pt x="913723" y="958850"/>
                </a:lnTo>
                <a:lnTo>
                  <a:pt x="913640" y="962660"/>
                </a:lnTo>
                <a:lnTo>
                  <a:pt x="913585" y="965200"/>
                </a:lnTo>
                <a:lnTo>
                  <a:pt x="918176" y="979170"/>
                </a:lnTo>
                <a:lnTo>
                  <a:pt x="927070" y="990600"/>
                </a:lnTo>
                <a:lnTo>
                  <a:pt x="939647" y="998220"/>
                </a:lnTo>
                <a:lnTo>
                  <a:pt x="939647" y="1041400"/>
                </a:lnTo>
                <a:lnTo>
                  <a:pt x="942784" y="1046480"/>
                </a:lnTo>
                <a:lnTo>
                  <a:pt x="952944" y="1052830"/>
                </a:lnTo>
                <a:lnTo>
                  <a:pt x="959218" y="1052830"/>
                </a:lnTo>
                <a:lnTo>
                  <a:pt x="969378" y="1046480"/>
                </a:lnTo>
                <a:lnTo>
                  <a:pt x="972515" y="1041400"/>
                </a:lnTo>
                <a:lnTo>
                  <a:pt x="972515" y="998220"/>
                </a:lnTo>
                <a:lnTo>
                  <a:pt x="985097" y="990600"/>
                </a:lnTo>
                <a:lnTo>
                  <a:pt x="993990" y="979170"/>
                </a:lnTo>
                <a:lnTo>
                  <a:pt x="996910" y="970280"/>
                </a:lnTo>
                <a:lnTo>
                  <a:pt x="955992" y="970280"/>
                </a:lnTo>
                <a:lnTo>
                  <a:pt x="948423" y="966470"/>
                </a:lnTo>
                <a:lnTo>
                  <a:pt x="945959" y="962660"/>
                </a:lnTo>
                <a:lnTo>
                  <a:pt x="945959" y="953770"/>
                </a:lnTo>
                <a:lnTo>
                  <a:pt x="950493" y="948690"/>
                </a:lnTo>
                <a:lnTo>
                  <a:pt x="997755" y="948690"/>
                </a:lnTo>
                <a:lnTo>
                  <a:pt x="992859" y="935990"/>
                </a:lnTo>
                <a:lnTo>
                  <a:pt x="983359" y="925830"/>
                </a:lnTo>
                <a:lnTo>
                  <a:pt x="970761" y="918210"/>
                </a:lnTo>
                <a:lnTo>
                  <a:pt x="956081" y="915670"/>
                </a:lnTo>
                <a:close/>
              </a:path>
              <a:path w="1235075" h="1220470">
                <a:moveTo>
                  <a:pt x="997755" y="948690"/>
                </a:moveTo>
                <a:lnTo>
                  <a:pt x="960183" y="948690"/>
                </a:lnTo>
                <a:lnTo>
                  <a:pt x="963879" y="951230"/>
                </a:lnTo>
                <a:lnTo>
                  <a:pt x="967016" y="958850"/>
                </a:lnTo>
                <a:lnTo>
                  <a:pt x="966139" y="962660"/>
                </a:lnTo>
                <a:lnTo>
                  <a:pt x="960348" y="969010"/>
                </a:lnTo>
                <a:lnTo>
                  <a:pt x="955992" y="970280"/>
                </a:lnTo>
                <a:lnTo>
                  <a:pt x="996910" y="970280"/>
                </a:lnTo>
                <a:lnTo>
                  <a:pt x="998579" y="965200"/>
                </a:lnTo>
                <a:lnTo>
                  <a:pt x="998523" y="962660"/>
                </a:lnTo>
                <a:lnTo>
                  <a:pt x="998440" y="958850"/>
                </a:lnTo>
                <a:lnTo>
                  <a:pt x="998328" y="953770"/>
                </a:lnTo>
                <a:lnTo>
                  <a:pt x="998245" y="949960"/>
                </a:lnTo>
                <a:lnTo>
                  <a:pt x="997755" y="948690"/>
                </a:lnTo>
                <a:close/>
              </a:path>
              <a:path w="1235075" h="1220470">
                <a:moveTo>
                  <a:pt x="957770" y="758190"/>
                </a:moveTo>
                <a:lnTo>
                  <a:pt x="923412" y="764540"/>
                </a:lnTo>
                <a:lnTo>
                  <a:pt x="894913" y="782320"/>
                </a:lnTo>
                <a:lnTo>
                  <a:pt x="875094" y="810260"/>
                </a:lnTo>
                <a:lnTo>
                  <a:pt x="866775" y="843280"/>
                </a:lnTo>
                <a:lnTo>
                  <a:pt x="864616" y="847090"/>
                </a:lnTo>
                <a:lnTo>
                  <a:pt x="899553" y="847090"/>
                </a:lnTo>
                <a:lnTo>
                  <a:pt x="904212" y="825500"/>
                </a:lnTo>
                <a:lnTo>
                  <a:pt x="916373" y="807720"/>
                </a:lnTo>
                <a:lnTo>
                  <a:pt x="934256" y="796290"/>
                </a:lnTo>
                <a:lnTo>
                  <a:pt x="956081" y="791210"/>
                </a:lnTo>
                <a:lnTo>
                  <a:pt x="1023945" y="791210"/>
                </a:lnTo>
                <a:lnTo>
                  <a:pt x="1019676" y="784860"/>
                </a:lnTo>
                <a:lnTo>
                  <a:pt x="991873" y="765810"/>
                </a:lnTo>
                <a:lnTo>
                  <a:pt x="957770" y="758190"/>
                </a:lnTo>
                <a:close/>
              </a:path>
              <a:path w="1235075" h="1220470">
                <a:moveTo>
                  <a:pt x="1023945" y="791210"/>
                </a:moveTo>
                <a:lnTo>
                  <a:pt x="956094" y="791210"/>
                </a:lnTo>
                <a:lnTo>
                  <a:pt x="977928" y="796290"/>
                </a:lnTo>
                <a:lnTo>
                  <a:pt x="995819" y="807720"/>
                </a:lnTo>
                <a:lnTo>
                  <a:pt x="1007986" y="825500"/>
                </a:lnTo>
                <a:lnTo>
                  <a:pt x="1012647" y="847090"/>
                </a:lnTo>
                <a:lnTo>
                  <a:pt x="1045502" y="847090"/>
                </a:lnTo>
                <a:lnTo>
                  <a:pt x="1038459" y="812800"/>
                </a:lnTo>
                <a:lnTo>
                  <a:pt x="1023945" y="791210"/>
                </a:lnTo>
                <a:close/>
              </a:path>
              <a:path w="1235075" h="1220470">
                <a:moveTo>
                  <a:pt x="542251" y="685800"/>
                </a:moveTo>
                <a:lnTo>
                  <a:pt x="495894" y="707390"/>
                </a:lnTo>
                <a:lnTo>
                  <a:pt x="482405" y="739140"/>
                </a:lnTo>
                <a:lnTo>
                  <a:pt x="483227" y="755650"/>
                </a:lnTo>
                <a:lnTo>
                  <a:pt x="483290" y="756920"/>
                </a:lnTo>
                <a:lnTo>
                  <a:pt x="514077" y="798830"/>
                </a:lnTo>
                <a:lnTo>
                  <a:pt x="547961" y="805180"/>
                </a:lnTo>
                <a:lnTo>
                  <a:pt x="565251" y="801370"/>
                </a:lnTo>
                <a:lnTo>
                  <a:pt x="580527" y="791210"/>
                </a:lnTo>
                <a:lnTo>
                  <a:pt x="592231" y="778510"/>
                </a:lnTo>
                <a:lnTo>
                  <a:pt x="595352" y="772160"/>
                </a:lnTo>
                <a:lnTo>
                  <a:pt x="542251" y="772160"/>
                </a:lnTo>
                <a:lnTo>
                  <a:pt x="534259" y="770890"/>
                </a:lnTo>
                <a:lnTo>
                  <a:pt x="527107" y="768350"/>
                </a:lnTo>
                <a:lnTo>
                  <a:pt x="521231" y="763270"/>
                </a:lnTo>
                <a:lnTo>
                  <a:pt x="517067" y="755650"/>
                </a:lnTo>
                <a:lnTo>
                  <a:pt x="515115" y="748030"/>
                </a:lnTo>
                <a:lnTo>
                  <a:pt x="515515" y="740410"/>
                </a:lnTo>
                <a:lnTo>
                  <a:pt x="518167" y="732790"/>
                </a:lnTo>
                <a:lnTo>
                  <a:pt x="522973" y="726440"/>
                </a:lnTo>
                <a:lnTo>
                  <a:pt x="529464" y="721360"/>
                </a:lnTo>
                <a:lnTo>
                  <a:pt x="536919" y="718820"/>
                </a:lnTo>
                <a:lnTo>
                  <a:pt x="595901" y="718820"/>
                </a:lnTo>
                <a:lnTo>
                  <a:pt x="584736" y="702310"/>
                </a:lnTo>
                <a:lnTo>
                  <a:pt x="565638" y="689610"/>
                </a:lnTo>
                <a:lnTo>
                  <a:pt x="542251" y="685800"/>
                </a:lnTo>
                <a:close/>
              </a:path>
              <a:path w="1235075" h="1220470">
                <a:moveTo>
                  <a:pt x="595901" y="718820"/>
                </a:moveTo>
                <a:lnTo>
                  <a:pt x="544824" y="718820"/>
                </a:lnTo>
                <a:lnTo>
                  <a:pt x="552665" y="720090"/>
                </a:lnTo>
                <a:lnTo>
                  <a:pt x="559592" y="723900"/>
                </a:lnTo>
                <a:lnTo>
                  <a:pt x="564899" y="730250"/>
                </a:lnTo>
                <a:lnTo>
                  <a:pt x="568296" y="737870"/>
                </a:lnTo>
                <a:lnTo>
                  <a:pt x="569493" y="745490"/>
                </a:lnTo>
                <a:lnTo>
                  <a:pt x="567347" y="755650"/>
                </a:lnTo>
                <a:lnTo>
                  <a:pt x="561511" y="764540"/>
                </a:lnTo>
                <a:lnTo>
                  <a:pt x="552855" y="770890"/>
                </a:lnTo>
                <a:lnTo>
                  <a:pt x="542251" y="772160"/>
                </a:lnTo>
                <a:lnTo>
                  <a:pt x="595352" y="772160"/>
                </a:lnTo>
                <a:lnTo>
                  <a:pt x="599721" y="763270"/>
                </a:lnTo>
                <a:lnTo>
                  <a:pt x="602361" y="745490"/>
                </a:lnTo>
                <a:lnTo>
                  <a:pt x="597619" y="721360"/>
                </a:lnTo>
                <a:lnTo>
                  <a:pt x="595901" y="718820"/>
                </a:lnTo>
                <a:close/>
              </a:path>
              <a:path w="1235075" h="1220470">
                <a:moveTo>
                  <a:pt x="542251" y="595630"/>
                </a:moveTo>
                <a:lnTo>
                  <a:pt x="474197" y="612140"/>
                </a:lnTo>
                <a:lnTo>
                  <a:pt x="421030" y="657860"/>
                </a:lnTo>
                <a:lnTo>
                  <a:pt x="416941" y="668020"/>
                </a:lnTo>
                <a:lnTo>
                  <a:pt x="421728" y="679450"/>
                </a:lnTo>
                <a:lnTo>
                  <a:pt x="426796" y="683260"/>
                </a:lnTo>
                <a:lnTo>
                  <a:pt x="438480" y="684530"/>
                </a:lnTo>
                <a:lnTo>
                  <a:pt x="444195" y="681990"/>
                </a:lnTo>
                <a:lnTo>
                  <a:pt x="447649" y="676910"/>
                </a:lnTo>
                <a:lnTo>
                  <a:pt x="466428" y="656590"/>
                </a:lnTo>
                <a:lnTo>
                  <a:pt x="489140" y="641350"/>
                </a:lnTo>
                <a:lnTo>
                  <a:pt x="514757" y="632460"/>
                </a:lnTo>
                <a:lnTo>
                  <a:pt x="542251" y="628650"/>
                </a:lnTo>
                <a:lnTo>
                  <a:pt x="635528" y="628650"/>
                </a:lnTo>
                <a:lnTo>
                  <a:pt x="610306" y="612140"/>
                </a:lnTo>
                <a:lnTo>
                  <a:pt x="577482" y="599440"/>
                </a:lnTo>
                <a:lnTo>
                  <a:pt x="542251" y="595630"/>
                </a:lnTo>
                <a:close/>
              </a:path>
              <a:path w="1235075" h="1220470">
                <a:moveTo>
                  <a:pt x="635528" y="628650"/>
                </a:moveTo>
                <a:lnTo>
                  <a:pt x="542251" y="628650"/>
                </a:lnTo>
                <a:lnTo>
                  <a:pt x="569753" y="632460"/>
                </a:lnTo>
                <a:lnTo>
                  <a:pt x="595374" y="641350"/>
                </a:lnTo>
                <a:lnTo>
                  <a:pt x="618088" y="656590"/>
                </a:lnTo>
                <a:lnTo>
                  <a:pt x="636866" y="676910"/>
                </a:lnTo>
                <a:lnTo>
                  <a:pt x="640308" y="681990"/>
                </a:lnTo>
                <a:lnTo>
                  <a:pt x="646036" y="684530"/>
                </a:lnTo>
                <a:lnTo>
                  <a:pt x="657707" y="683260"/>
                </a:lnTo>
                <a:lnTo>
                  <a:pt x="662787" y="679450"/>
                </a:lnTo>
                <a:lnTo>
                  <a:pt x="667562" y="668020"/>
                </a:lnTo>
                <a:lnTo>
                  <a:pt x="666915" y="662940"/>
                </a:lnTo>
                <a:lnTo>
                  <a:pt x="663473" y="657860"/>
                </a:lnTo>
                <a:lnTo>
                  <a:pt x="639408" y="631190"/>
                </a:lnTo>
                <a:lnTo>
                  <a:pt x="635528" y="628650"/>
                </a:lnTo>
                <a:close/>
              </a:path>
              <a:path w="1235075" h="1220470">
                <a:moveTo>
                  <a:pt x="656868" y="33020"/>
                </a:moveTo>
                <a:lnTo>
                  <a:pt x="542251" y="33020"/>
                </a:lnTo>
                <a:lnTo>
                  <a:pt x="1051610" y="180340"/>
                </a:lnTo>
                <a:lnTo>
                  <a:pt x="1051505" y="524510"/>
                </a:lnTo>
                <a:lnTo>
                  <a:pt x="1050628" y="556260"/>
                </a:lnTo>
                <a:lnTo>
                  <a:pt x="1047726" y="593090"/>
                </a:lnTo>
                <a:lnTo>
                  <a:pt x="1042911" y="628650"/>
                </a:lnTo>
                <a:lnTo>
                  <a:pt x="1036193" y="664210"/>
                </a:lnTo>
                <a:lnTo>
                  <a:pt x="1069572" y="664210"/>
                </a:lnTo>
                <a:lnTo>
                  <a:pt x="1074796" y="637540"/>
                </a:lnTo>
                <a:lnTo>
                  <a:pt x="1080149" y="598170"/>
                </a:lnTo>
                <a:lnTo>
                  <a:pt x="1083380" y="558800"/>
                </a:lnTo>
                <a:lnTo>
                  <a:pt x="1084258" y="528320"/>
                </a:lnTo>
                <a:lnTo>
                  <a:pt x="1084368" y="524510"/>
                </a:lnTo>
                <a:lnTo>
                  <a:pt x="1084478" y="156210"/>
                </a:lnTo>
                <a:lnTo>
                  <a:pt x="656868" y="33020"/>
                </a:lnTo>
                <a:close/>
              </a:path>
              <a:path w="1235075" h="1220470">
                <a:moveTo>
                  <a:pt x="542251" y="491490"/>
                </a:moveTo>
                <a:lnTo>
                  <a:pt x="488480" y="496570"/>
                </a:lnTo>
                <a:lnTo>
                  <a:pt x="437673" y="513080"/>
                </a:lnTo>
                <a:lnTo>
                  <a:pt x="391486" y="539750"/>
                </a:lnTo>
                <a:lnTo>
                  <a:pt x="351574" y="576580"/>
                </a:lnTo>
                <a:lnTo>
                  <a:pt x="346316" y="588010"/>
                </a:lnTo>
                <a:lnTo>
                  <a:pt x="350037" y="598170"/>
                </a:lnTo>
                <a:lnTo>
                  <a:pt x="354761" y="603250"/>
                </a:lnTo>
                <a:lnTo>
                  <a:pt x="366356" y="604520"/>
                </a:lnTo>
                <a:lnTo>
                  <a:pt x="372325" y="603250"/>
                </a:lnTo>
                <a:lnTo>
                  <a:pt x="376199" y="598170"/>
                </a:lnTo>
                <a:lnTo>
                  <a:pt x="410956" y="566420"/>
                </a:lnTo>
                <a:lnTo>
                  <a:pt x="451177" y="543560"/>
                </a:lnTo>
                <a:lnTo>
                  <a:pt x="495421" y="528320"/>
                </a:lnTo>
                <a:lnTo>
                  <a:pt x="542251" y="523240"/>
                </a:lnTo>
                <a:lnTo>
                  <a:pt x="664425" y="523240"/>
                </a:lnTo>
                <a:lnTo>
                  <a:pt x="646830" y="513080"/>
                </a:lnTo>
                <a:lnTo>
                  <a:pt x="596023" y="496570"/>
                </a:lnTo>
                <a:lnTo>
                  <a:pt x="542251" y="491490"/>
                </a:lnTo>
                <a:close/>
              </a:path>
              <a:path w="1235075" h="1220470">
                <a:moveTo>
                  <a:pt x="664425" y="523240"/>
                </a:moveTo>
                <a:lnTo>
                  <a:pt x="542251" y="523240"/>
                </a:lnTo>
                <a:lnTo>
                  <a:pt x="589082" y="528320"/>
                </a:lnTo>
                <a:lnTo>
                  <a:pt x="633326" y="543560"/>
                </a:lnTo>
                <a:lnTo>
                  <a:pt x="673546" y="566420"/>
                </a:lnTo>
                <a:lnTo>
                  <a:pt x="708304" y="598170"/>
                </a:lnTo>
                <a:lnTo>
                  <a:pt x="712177" y="603250"/>
                </a:lnTo>
                <a:lnTo>
                  <a:pt x="718146" y="604520"/>
                </a:lnTo>
                <a:lnTo>
                  <a:pt x="729742" y="603250"/>
                </a:lnTo>
                <a:lnTo>
                  <a:pt x="734466" y="598170"/>
                </a:lnTo>
                <a:lnTo>
                  <a:pt x="738187" y="588010"/>
                </a:lnTo>
                <a:lnTo>
                  <a:pt x="736879" y="581660"/>
                </a:lnTo>
                <a:lnTo>
                  <a:pt x="732929" y="576580"/>
                </a:lnTo>
                <a:lnTo>
                  <a:pt x="693017" y="539750"/>
                </a:lnTo>
                <a:lnTo>
                  <a:pt x="664425" y="523240"/>
                </a:lnTo>
                <a:close/>
              </a:path>
              <a:path w="1235075" h="1220470">
                <a:moveTo>
                  <a:pt x="542239" y="386080"/>
                </a:moveTo>
                <a:lnTo>
                  <a:pt x="493543" y="389890"/>
                </a:lnTo>
                <a:lnTo>
                  <a:pt x="446171" y="398780"/>
                </a:lnTo>
                <a:lnTo>
                  <a:pt x="400732" y="415290"/>
                </a:lnTo>
                <a:lnTo>
                  <a:pt x="357836" y="436880"/>
                </a:lnTo>
                <a:lnTo>
                  <a:pt x="318090" y="464820"/>
                </a:lnTo>
                <a:lnTo>
                  <a:pt x="282105" y="497840"/>
                </a:lnTo>
                <a:lnTo>
                  <a:pt x="277580" y="509270"/>
                </a:lnTo>
                <a:lnTo>
                  <a:pt x="278933" y="515620"/>
                </a:lnTo>
                <a:lnTo>
                  <a:pt x="282676" y="520700"/>
                </a:lnTo>
                <a:lnTo>
                  <a:pt x="288195" y="524510"/>
                </a:lnTo>
                <a:lnTo>
                  <a:pt x="294405" y="525780"/>
                </a:lnTo>
                <a:lnTo>
                  <a:pt x="300557" y="524510"/>
                </a:lnTo>
                <a:lnTo>
                  <a:pt x="305904" y="520700"/>
                </a:lnTo>
                <a:lnTo>
                  <a:pt x="345482" y="485140"/>
                </a:lnTo>
                <a:lnTo>
                  <a:pt x="389879" y="455930"/>
                </a:lnTo>
                <a:lnTo>
                  <a:pt x="438123" y="435610"/>
                </a:lnTo>
                <a:lnTo>
                  <a:pt x="489238" y="422910"/>
                </a:lnTo>
                <a:lnTo>
                  <a:pt x="542251" y="419100"/>
                </a:lnTo>
                <a:lnTo>
                  <a:pt x="691315" y="419100"/>
                </a:lnTo>
                <a:lnTo>
                  <a:pt x="683745" y="415290"/>
                </a:lnTo>
                <a:lnTo>
                  <a:pt x="638307" y="398780"/>
                </a:lnTo>
                <a:lnTo>
                  <a:pt x="590935" y="389890"/>
                </a:lnTo>
                <a:lnTo>
                  <a:pt x="542239" y="386080"/>
                </a:lnTo>
                <a:close/>
              </a:path>
              <a:path w="1235075" h="1220470">
                <a:moveTo>
                  <a:pt x="691315" y="419100"/>
                </a:moveTo>
                <a:lnTo>
                  <a:pt x="542251" y="419100"/>
                </a:lnTo>
                <a:lnTo>
                  <a:pt x="595258" y="422910"/>
                </a:lnTo>
                <a:lnTo>
                  <a:pt x="646370" y="435610"/>
                </a:lnTo>
                <a:lnTo>
                  <a:pt x="694611" y="455930"/>
                </a:lnTo>
                <a:lnTo>
                  <a:pt x="739008" y="485140"/>
                </a:lnTo>
                <a:lnTo>
                  <a:pt x="778586" y="520700"/>
                </a:lnTo>
                <a:lnTo>
                  <a:pt x="783931" y="524510"/>
                </a:lnTo>
                <a:lnTo>
                  <a:pt x="790081" y="525780"/>
                </a:lnTo>
                <a:lnTo>
                  <a:pt x="796290" y="524510"/>
                </a:lnTo>
                <a:lnTo>
                  <a:pt x="801814" y="520700"/>
                </a:lnTo>
                <a:lnTo>
                  <a:pt x="805552" y="515620"/>
                </a:lnTo>
                <a:lnTo>
                  <a:pt x="806904" y="509270"/>
                </a:lnTo>
                <a:lnTo>
                  <a:pt x="805850" y="502920"/>
                </a:lnTo>
                <a:lnTo>
                  <a:pt x="802373" y="497840"/>
                </a:lnTo>
                <a:lnTo>
                  <a:pt x="766387" y="464820"/>
                </a:lnTo>
                <a:lnTo>
                  <a:pt x="726642" y="436880"/>
                </a:lnTo>
                <a:lnTo>
                  <a:pt x="691315" y="419100"/>
                </a:lnTo>
                <a:close/>
              </a:path>
            </a:pathLst>
          </a:custGeom>
          <a:solidFill>
            <a:srgbClr val="2DC29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69374" y="1606411"/>
            <a:ext cx="497268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  <a:latin typeface="DM Sans"/>
                <a:cs typeface="DM Sans"/>
              </a:rPr>
              <a:t>App</a:t>
            </a:r>
            <a:r>
              <a:rPr spc="-1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>
                <a:solidFill>
                  <a:srgbClr val="FFFFFF"/>
                </a:solidFill>
                <a:latin typeface="DM Sans"/>
                <a:cs typeface="DM Sans"/>
              </a:rPr>
              <a:t>Folder</a:t>
            </a:r>
            <a:r>
              <a:rPr spc="-10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pc="-25" dirty="0">
                <a:solidFill>
                  <a:srgbClr val="FFFFFF"/>
                </a:solidFill>
                <a:latin typeface="DM Sans"/>
                <a:cs typeface="DM Sans"/>
              </a:rPr>
              <a:t>Layout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69374" y="3433161"/>
            <a:ext cx="7804784" cy="4989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Backend</a:t>
            </a:r>
            <a:r>
              <a:rPr sz="2900" spc="-19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DM Sans"/>
                <a:cs typeface="DM Sans"/>
              </a:rPr>
              <a:t>folder</a:t>
            </a:r>
            <a:endParaRPr sz="290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Holds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API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routes,</a:t>
            </a:r>
            <a:r>
              <a:rPr sz="1950" spc="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middleware,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database</a:t>
            </a:r>
            <a:r>
              <a:rPr sz="1950" spc="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setup,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sz="1950" spc="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server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startup 	code.</a:t>
            </a:r>
            <a:endParaRPr sz="1950">
              <a:latin typeface="DM Sans"/>
              <a:cs typeface="DM Sans"/>
            </a:endParaRPr>
          </a:p>
          <a:p>
            <a:pPr marL="225425" indent="-212725">
              <a:lnSpc>
                <a:spcPct val="100000"/>
              </a:lnSpc>
              <a:spcBef>
                <a:spcPts val="535"/>
              </a:spcBef>
              <a:buFont typeface="Times New Roman"/>
              <a:buChar char="•"/>
              <a:tabLst>
                <a:tab pos="225425" algn="l"/>
              </a:tabLst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Includes</a:t>
            </a:r>
            <a:r>
              <a:rPr sz="1950" spc="1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AWS</a:t>
            </a:r>
            <a:r>
              <a:rPr sz="1950" spc="1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S3</a:t>
            </a:r>
            <a:r>
              <a:rPr sz="1950" spc="1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helper</a:t>
            </a:r>
            <a:r>
              <a:rPr sz="1950" spc="1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logic</a:t>
            </a:r>
            <a:r>
              <a:rPr sz="1950" spc="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for</a:t>
            </a:r>
            <a:r>
              <a:rPr sz="1950" spc="1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generating</a:t>
            </a:r>
            <a:r>
              <a:rPr sz="1950" spc="1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pre-signed</a:t>
            </a:r>
            <a:r>
              <a:rPr sz="1950" spc="1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links.</a:t>
            </a:r>
            <a:endParaRPr sz="195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FFFFFF"/>
              </a:buClr>
              <a:buFont typeface="Times New Roman"/>
              <a:buChar char="•"/>
            </a:pPr>
            <a:endParaRPr sz="195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</a:pP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Frontend</a:t>
            </a:r>
            <a:r>
              <a:rPr sz="2900" spc="-18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DM Sans"/>
                <a:cs typeface="DM Sans"/>
              </a:rPr>
              <a:t>folder</a:t>
            </a:r>
            <a:endParaRPr sz="2900">
              <a:latin typeface="DM Sans"/>
              <a:cs typeface="DM Sans"/>
            </a:endParaRPr>
          </a:p>
          <a:p>
            <a:pPr marL="225425" indent="-212725">
              <a:lnSpc>
                <a:spcPct val="100000"/>
              </a:lnSpc>
              <a:spcBef>
                <a:spcPts val="1845"/>
              </a:spcBef>
              <a:buFont typeface="Times New Roman"/>
              <a:buChar char="•"/>
              <a:tabLst>
                <a:tab pos="225425" algn="l"/>
              </a:tabLst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Contains</a:t>
            </a:r>
            <a:r>
              <a:rPr sz="1950" spc="4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sz="1950" spc="4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main</a:t>
            </a:r>
            <a:r>
              <a:rPr sz="1950" spc="4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pages</a:t>
            </a:r>
            <a:r>
              <a:rPr sz="1950" spc="4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(index</a:t>
            </a:r>
            <a:r>
              <a:rPr sz="1950" spc="4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sz="1950" spc="4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sharing</a:t>
            </a:r>
            <a:r>
              <a:rPr sz="1950" spc="4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page)</a:t>
            </a:r>
            <a:r>
              <a:rPr sz="1950" spc="4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users</a:t>
            </a:r>
            <a:r>
              <a:rPr sz="1950" spc="4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open.</a:t>
            </a:r>
            <a:endParaRPr sz="1950">
              <a:latin typeface="DM Sans"/>
              <a:cs typeface="DM Sans"/>
            </a:endParaRPr>
          </a:p>
          <a:p>
            <a:pPr marL="225425" indent="-212725">
              <a:lnSpc>
                <a:spcPct val="100000"/>
              </a:lnSpc>
              <a:spcBef>
                <a:spcPts val="535"/>
              </a:spcBef>
              <a:buFont typeface="Times New Roman"/>
              <a:buChar char="•"/>
              <a:tabLst>
                <a:tab pos="225425" algn="l"/>
              </a:tabLst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Includes</a:t>
            </a:r>
            <a:r>
              <a:rPr sz="1950" spc="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configuration,</a:t>
            </a:r>
            <a:r>
              <a:rPr sz="1950" spc="3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styles,</a:t>
            </a:r>
            <a:r>
              <a:rPr sz="1950" spc="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sz="1950" spc="3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JavaScript</a:t>
            </a:r>
            <a:r>
              <a:rPr sz="1950" spc="3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for</a:t>
            </a:r>
            <a:r>
              <a:rPr sz="1950" spc="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sz="1950" spc="3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25" dirty="0">
                <a:solidFill>
                  <a:srgbClr val="FFFFFF"/>
                </a:solidFill>
                <a:latin typeface="DM Sans"/>
                <a:cs typeface="DM Sans"/>
              </a:rPr>
              <a:t>UI.</a:t>
            </a:r>
            <a:endParaRPr sz="195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FFFFFF"/>
              </a:buClr>
              <a:buFont typeface="Times New Roman"/>
              <a:buChar char="•"/>
            </a:pPr>
            <a:endParaRPr sz="195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Why</a:t>
            </a:r>
            <a:r>
              <a:rPr sz="2900" spc="-4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sz="2900" spc="-3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split</a:t>
            </a:r>
            <a:r>
              <a:rPr sz="2900" spc="-3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DM Sans"/>
                <a:cs typeface="DM Sans"/>
              </a:rPr>
              <a:t>helps</a:t>
            </a:r>
            <a:endParaRPr sz="2900">
              <a:latin typeface="DM Sans"/>
              <a:cs typeface="DM Sans"/>
            </a:endParaRPr>
          </a:p>
          <a:p>
            <a:pPr marL="224790" marR="1021715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Keeps</a:t>
            </a:r>
            <a:r>
              <a:rPr sz="1950" spc="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user</a:t>
            </a:r>
            <a:r>
              <a:rPr sz="1950" spc="1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interface</a:t>
            </a:r>
            <a:r>
              <a:rPr sz="1950" spc="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sz="1950" spc="1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server</a:t>
            </a:r>
            <a:r>
              <a:rPr sz="1950" spc="1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logic</a:t>
            </a:r>
            <a:r>
              <a:rPr sz="1950" spc="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separate</a:t>
            </a:r>
            <a:r>
              <a:rPr sz="1950" spc="1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for</a:t>
            </a:r>
            <a:r>
              <a:rPr sz="1950" spc="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easier 	updates.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080358" y="561158"/>
            <a:ext cx="297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DM Sans"/>
                <a:cs typeface="DM Sans"/>
              </a:rPr>
              <a:t>07</a:t>
            </a:r>
            <a:endParaRPr sz="1800">
              <a:latin typeface="DM Sans"/>
              <a:cs typeface="DM San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" y="1706752"/>
            <a:ext cx="8580231" cy="858023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582070" y="3108312"/>
            <a:ext cx="6068060" cy="0"/>
          </a:xfrm>
          <a:custGeom>
            <a:avLst/>
            <a:gdLst/>
            <a:ahLst/>
            <a:cxnLst/>
            <a:rect l="l" t="t" r="r" b="b"/>
            <a:pathLst>
              <a:path w="6068059">
                <a:moveTo>
                  <a:pt x="6067996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2DC29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7600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  <a:latin typeface="DM Sans"/>
                <a:cs typeface="DM Sans"/>
              </a:rPr>
              <a:t>Live</a:t>
            </a:r>
            <a:r>
              <a:rPr spc="-14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pc="-20" dirty="0">
                <a:solidFill>
                  <a:srgbClr val="FFFFFF"/>
                </a:solidFill>
                <a:latin typeface="DM Sans"/>
                <a:cs typeface="DM Sans"/>
              </a:rPr>
              <a:t>Deployment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69374" y="3433161"/>
            <a:ext cx="7252334" cy="456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Live</a:t>
            </a:r>
            <a:r>
              <a:rPr sz="2900" spc="-9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DM Sans"/>
                <a:cs typeface="DM Sans"/>
              </a:rPr>
              <a:t>access</a:t>
            </a:r>
            <a:endParaRPr sz="2900" dirty="0">
              <a:latin typeface="DM Sans"/>
              <a:cs typeface="DM Sans"/>
            </a:endParaRPr>
          </a:p>
          <a:p>
            <a:pPr marL="12700" marR="284480">
              <a:lnSpc>
                <a:spcPct val="101499"/>
              </a:lnSpc>
              <a:spcBef>
                <a:spcPts val="1810"/>
              </a:spcBef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sz="1950" spc="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frontend</a:t>
            </a:r>
            <a:r>
              <a:rPr sz="1950" spc="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is</a:t>
            </a:r>
            <a:r>
              <a:rPr sz="1950" spc="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hosted</a:t>
            </a:r>
            <a:r>
              <a:rPr sz="1950" spc="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on</a:t>
            </a:r>
            <a:r>
              <a:rPr sz="1950" spc="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Netlify,</a:t>
            </a:r>
            <a:r>
              <a:rPr sz="1950" spc="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so</a:t>
            </a:r>
            <a:r>
              <a:rPr sz="1950" spc="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anyone</a:t>
            </a:r>
            <a:r>
              <a:rPr sz="1950" spc="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can</a:t>
            </a:r>
            <a:r>
              <a:rPr sz="1950" spc="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open</a:t>
            </a:r>
            <a:r>
              <a:rPr sz="1950" spc="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it</a:t>
            </a:r>
            <a:r>
              <a:rPr sz="1950" spc="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in</a:t>
            </a:r>
            <a:r>
              <a:rPr sz="1950" spc="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50" dirty="0">
                <a:solidFill>
                  <a:srgbClr val="FFFFFF"/>
                </a:solidFill>
                <a:latin typeface="DM Sans"/>
                <a:cs typeface="DM Sans"/>
              </a:rPr>
              <a:t>a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browser.</a:t>
            </a:r>
            <a:endParaRPr sz="1950" dirty="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950" dirty="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</a:pP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API</a:t>
            </a:r>
            <a:r>
              <a:rPr sz="2900" spc="-4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DM Sans"/>
                <a:cs typeface="DM Sans"/>
              </a:rPr>
              <a:t>availability</a:t>
            </a:r>
            <a:endParaRPr sz="2900" dirty="0">
              <a:latin typeface="DM Sans"/>
              <a:cs typeface="DM Sans"/>
            </a:endParaRPr>
          </a:p>
          <a:p>
            <a:pPr marL="12700" marR="64769">
              <a:lnSpc>
                <a:spcPct val="101499"/>
              </a:lnSpc>
              <a:spcBef>
                <a:spcPts val="1810"/>
              </a:spcBef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sz="1950" spc="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backend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REST</a:t>
            </a:r>
            <a:r>
              <a:rPr sz="1950" spc="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API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runs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on</a:t>
            </a:r>
            <a:r>
              <a:rPr sz="1950" spc="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Render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to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handle</a:t>
            </a:r>
            <a:r>
              <a:rPr sz="1950" spc="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app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requests reliably.</a:t>
            </a:r>
            <a:endParaRPr sz="1950" dirty="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950" dirty="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</a:pP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End-</a:t>
            </a:r>
            <a:r>
              <a:rPr sz="2900" spc="-35" dirty="0">
                <a:solidFill>
                  <a:srgbClr val="FFFFFF"/>
                </a:solidFill>
                <a:latin typeface="DM Sans"/>
                <a:cs typeface="DM Sans"/>
              </a:rPr>
              <a:t>to-</a:t>
            </a: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end</a:t>
            </a:r>
            <a:r>
              <a:rPr sz="2900" spc="-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DM Sans"/>
                <a:cs typeface="DM Sans"/>
              </a:rPr>
              <a:t>deployment</a:t>
            </a:r>
            <a:endParaRPr sz="2900" dirty="0">
              <a:latin typeface="DM Sans"/>
              <a:cs typeface="DM Sans"/>
            </a:endParaRPr>
          </a:p>
          <a:p>
            <a:pPr marL="12700" marR="5080">
              <a:lnSpc>
                <a:spcPct val="101499"/>
              </a:lnSpc>
              <a:spcBef>
                <a:spcPts val="1810"/>
              </a:spcBef>
            </a:pPr>
            <a:r>
              <a:rPr sz="1950" spc="-25" dirty="0">
                <a:solidFill>
                  <a:srgbClr val="FFFFFF"/>
                </a:solidFill>
                <a:latin typeface="DM Sans"/>
                <a:cs typeface="DM Sans"/>
              </a:rPr>
              <a:t>Together,</a:t>
            </a:r>
            <a:r>
              <a:rPr sz="1950" spc="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Netlify</a:t>
            </a:r>
            <a:r>
              <a:rPr sz="1950" spc="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sz="1950" spc="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Render</a:t>
            </a:r>
            <a:r>
              <a:rPr sz="1950" spc="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demonstrate</a:t>
            </a:r>
            <a:r>
              <a:rPr sz="1950" spc="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</a:t>
            </a:r>
            <a:r>
              <a:rPr sz="1950" spc="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complete,</a:t>
            </a:r>
            <a:r>
              <a:rPr sz="1950" spc="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working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cloud</a:t>
            </a:r>
            <a:r>
              <a:rPr sz="1950" spc="4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app</a:t>
            </a:r>
            <a:r>
              <a:rPr sz="1950" spc="5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setup.</a:t>
            </a:r>
            <a:endParaRPr sz="1950" dirty="0">
              <a:latin typeface="DM Sans"/>
              <a:cs typeface="DM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060014" y="561158"/>
            <a:ext cx="321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DM Sans"/>
                <a:cs typeface="DM Sans"/>
              </a:rPr>
              <a:t>08</a:t>
            </a:r>
            <a:endParaRPr sz="1800">
              <a:latin typeface="DM Sans"/>
              <a:cs typeface="DM San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" y="1706752"/>
            <a:ext cx="8580231" cy="858023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582070" y="3108312"/>
            <a:ext cx="6068060" cy="0"/>
          </a:xfrm>
          <a:custGeom>
            <a:avLst/>
            <a:gdLst/>
            <a:ahLst/>
            <a:cxnLst/>
            <a:rect l="l" t="t" r="r" b="b"/>
            <a:pathLst>
              <a:path w="6068059">
                <a:moveTo>
                  <a:pt x="6067996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2DC29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" y="0"/>
            <a:ext cx="18288000" cy="10287000"/>
            <a:chOff x="32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" y="0"/>
              <a:ext cx="18287967" cy="10287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014005" y="3260969"/>
              <a:ext cx="0" cy="6135370"/>
            </a:xfrm>
            <a:custGeom>
              <a:avLst/>
              <a:gdLst/>
              <a:ahLst/>
              <a:cxnLst/>
              <a:rect l="l" t="t" r="r" b="b"/>
              <a:pathLst>
                <a:path h="6135370">
                  <a:moveTo>
                    <a:pt x="0" y="6135204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74188" y="3260969"/>
              <a:ext cx="0" cy="6135370"/>
            </a:xfrm>
            <a:custGeom>
              <a:avLst/>
              <a:gdLst/>
              <a:ahLst/>
              <a:cxnLst/>
              <a:rect l="l" t="t" r="r" b="b"/>
              <a:pathLst>
                <a:path h="6135370">
                  <a:moveTo>
                    <a:pt x="0" y="6135204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385539" y="6745958"/>
            <a:ext cx="4561840" cy="1301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0" dirty="0">
                <a:solidFill>
                  <a:srgbClr val="04191A"/>
                </a:solidFill>
                <a:latin typeface="DM Sans"/>
                <a:cs typeface="DM Sans"/>
              </a:rPr>
              <a:t>Bigger-</a:t>
            </a:r>
            <a:r>
              <a:rPr sz="2900" spc="-10" dirty="0">
                <a:solidFill>
                  <a:srgbClr val="04191A"/>
                </a:solidFill>
                <a:latin typeface="DM Sans"/>
                <a:cs typeface="DM Sans"/>
              </a:rPr>
              <a:t>picture</a:t>
            </a:r>
            <a:r>
              <a:rPr sz="2900" spc="-10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04191A"/>
                </a:solidFill>
                <a:latin typeface="DM Sans"/>
                <a:cs typeface="DM Sans"/>
              </a:rPr>
              <a:t>takeaway</a:t>
            </a:r>
            <a:endParaRPr sz="290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These</a:t>
            </a:r>
            <a:r>
              <a:rPr sz="1950" spc="5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enhancements</a:t>
            </a:r>
            <a:r>
              <a:rPr sz="1950" spc="5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build</a:t>
            </a:r>
            <a:r>
              <a:rPr sz="1950" spc="5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on</a:t>
            </a:r>
            <a:r>
              <a:rPr sz="1950" spc="5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</a:t>
            </a:r>
            <a:r>
              <a:rPr sz="1950" spc="5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solid 	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base</a:t>
            </a:r>
            <a:r>
              <a:rPr sz="1950" spc="3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for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scalable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storage.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45722" y="6745958"/>
            <a:ext cx="4646295" cy="1968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04191A"/>
                </a:solidFill>
                <a:latin typeface="DM Sans"/>
                <a:cs typeface="DM Sans"/>
              </a:rPr>
              <a:t>Sharing and </a:t>
            </a:r>
            <a:r>
              <a:rPr sz="2900" spc="-10" dirty="0">
                <a:solidFill>
                  <a:srgbClr val="04191A"/>
                </a:solidFill>
                <a:latin typeface="DM Sans"/>
                <a:cs typeface="DM Sans"/>
              </a:rPr>
              <a:t>uploads</a:t>
            </a:r>
            <a:endParaRPr sz="290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Support</a:t>
            </a:r>
            <a:r>
              <a:rPr sz="1950" spc="2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share</a:t>
            </a:r>
            <a:r>
              <a:rPr sz="1950" spc="2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links</a:t>
            </a:r>
            <a:r>
              <a:rPr sz="1950" spc="2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that</a:t>
            </a:r>
            <a:r>
              <a:rPr sz="1950" spc="2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automatically 	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expire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for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safer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 access.</a:t>
            </a:r>
            <a:endParaRPr sz="1950">
              <a:latin typeface="DM Sans"/>
              <a:cs typeface="DM Sans"/>
            </a:endParaRPr>
          </a:p>
          <a:p>
            <a:pPr marL="224790" marR="468630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Enable</a:t>
            </a:r>
            <a:r>
              <a:rPr sz="1950" spc="8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drag-and-drop</a:t>
            </a:r>
            <a:r>
              <a:rPr sz="1950" spc="8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uploads</a:t>
            </a:r>
            <a:r>
              <a:rPr sz="1950" spc="8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25" dirty="0">
                <a:solidFill>
                  <a:srgbClr val="04191A"/>
                </a:solidFill>
                <a:latin typeface="DM Sans"/>
                <a:cs typeface="DM Sans"/>
              </a:rPr>
              <a:t>to 	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reduce steps and save</a:t>
            </a:r>
            <a:r>
              <a:rPr sz="1950" spc="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20" dirty="0">
                <a:solidFill>
                  <a:srgbClr val="04191A"/>
                </a:solidFill>
                <a:latin typeface="DM Sans"/>
                <a:cs typeface="DM Sans"/>
              </a:rPr>
              <a:t>time.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5904" y="6745958"/>
            <a:ext cx="4561205" cy="2635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0" dirty="0">
                <a:solidFill>
                  <a:srgbClr val="04191A"/>
                </a:solidFill>
                <a:latin typeface="DM Sans"/>
                <a:cs typeface="DM Sans"/>
              </a:rPr>
              <a:t>Product</a:t>
            </a:r>
            <a:r>
              <a:rPr sz="2900" spc="-14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04191A"/>
                </a:solidFill>
                <a:latin typeface="DM Sans"/>
                <a:cs typeface="DM Sans"/>
              </a:rPr>
              <a:t>upgrades</a:t>
            </a:r>
            <a:endParaRPr sz="2900">
              <a:latin typeface="DM Sans"/>
              <a:cs typeface="DM Sans"/>
            </a:endParaRPr>
          </a:p>
          <a:p>
            <a:pPr marL="224790" marR="233679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Add</a:t>
            </a:r>
            <a:r>
              <a:rPr sz="1950" spc="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fast</a:t>
            </a:r>
            <a:r>
              <a:rPr sz="1950" spc="1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file</a:t>
            </a:r>
            <a:r>
              <a:rPr sz="1950" spc="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search</a:t>
            </a:r>
            <a:r>
              <a:rPr sz="1950" spc="1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and</a:t>
            </a:r>
            <a:r>
              <a:rPr sz="1950" spc="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in-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browser 	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previews</a:t>
            </a:r>
            <a:r>
              <a:rPr sz="1950" spc="1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for</a:t>
            </a:r>
            <a:r>
              <a:rPr sz="1950" spc="1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common</a:t>
            </a:r>
            <a:r>
              <a:rPr sz="1950" spc="1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formats.</a:t>
            </a:r>
            <a:endParaRPr sz="195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Introduce</a:t>
            </a:r>
            <a:r>
              <a:rPr sz="1950" spc="3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file</a:t>
            </a:r>
            <a:r>
              <a:rPr sz="1950" spc="3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versioning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so</a:t>
            </a:r>
            <a:r>
              <a:rPr sz="1950" spc="3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users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25" dirty="0">
                <a:solidFill>
                  <a:srgbClr val="04191A"/>
                </a:solidFill>
                <a:latin typeface="DM Sans"/>
                <a:cs typeface="DM Sans"/>
              </a:rPr>
              <a:t>can 	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restore</a:t>
            </a:r>
            <a:r>
              <a:rPr sz="1950" spc="-2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older</a:t>
            </a:r>
            <a:r>
              <a:rPr sz="1950" spc="-1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edits.</a:t>
            </a:r>
            <a:endParaRPr sz="1950">
              <a:latin typeface="DM Sans"/>
              <a:cs typeface="DM Sans"/>
            </a:endParaRPr>
          </a:p>
          <a:p>
            <a:pPr marL="224790" marR="741045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Create</a:t>
            </a:r>
            <a:r>
              <a:rPr sz="1950" spc="-1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</a:t>
            </a:r>
            <a:r>
              <a:rPr sz="1950" spc="-1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recycle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bin</a:t>
            </a:r>
            <a:r>
              <a:rPr sz="1950" spc="-1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to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 recover 	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accidentally</a:t>
            </a:r>
            <a:r>
              <a:rPr sz="1950" spc="6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deleted</a:t>
            </a:r>
            <a:r>
              <a:rPr sz="1950" spc="6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items.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56763" y="561158"/>
            <a:ext cx="325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04191A"/>
                </a:solidFill>
                <a:latin typeface="DM Sans"/>
                <a:cs typeface="DM Sans"/>
              </a:rPr>
              <a:t>09</a:t>
            </a:r>
            <a:endParaRPr sz="1800">
              <a:latin typeface="DM Sans"/>
              <a:cs typeface="DM Sans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Roadmap</a:t>
            </a:r>
            <a:r>
              <a:rPr spc="-250" dirty="0"/>
              <a:t> </a:t>
            </a:r>
            <a:r>
              <a:rPr spc="-10" dirty="0"/>
              <a:t>Highlights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918603" y="3260971"/>
            <a:ext cx="16451580" cy="3175000"/>
            <a:chOff x="918603" y="3260971"/>
            <a:chExt cx="16451580" cy="317500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98235" y="3260971"/>
              <a:ext cx="4971376" cy="317461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58419" y="3260971"/>
              <a:ext cx="4971364" cy="317461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8603" y="3260971"/>
              <a:ext cx="4971364" cy="317461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731306" y="1546886"/>
            <a:ext cx="609346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210" dirty="0">
                <a:solidFill>
                  <a:srgbClr val="FFFFFF"/>
                </a:solidFill>
                <a:uFill>
                  <a:solidFill>
                    <a:srgbClr val="2DC295"/>
                  </a:solidFill>
                </a:uFill>
                <a:latin typeface="DM Sans"/>
                <a:cs typeface="DM Sans"/>
              </a:rPr>
              <a:t>  </a:t>
            </a:r>
            <a:r>
              <a:rPr u="heavy" spc="-20" dirty="0">
                <a:solidFill>
                  <a:srgbClr val="FFFFFF"/>
                </a:solidFill>
                <a:uFill>
                  <a:solidFill>
                    <a:srgbClr val="2DC295"/>
                  </a:solidFill>
                </a:uFill>
                <a:latin typeface="DM Sans"/>
                <a:cs typeface="DM Sans"/>
              </a:rPr>
              <a:t>System</a:t>
            </a:r>
            <a:r>
              <a:rPr u="heavy" spc="-70" dirty="0">
                <a:solidFill>
                  <a:srgbClr val="FFFFFF"/>
                </a:solidFill>
                <a:uFill>
                  <a:solidFill>
                    <a:srgbClr val="2DC295"/>
                  </a:solidFill>
                </a:uFill>
                <a:latin typeface="DM Sans"/>
                <a:cs typeface="DM Sans"/>
              </a:rPr>
              <a:t> </a:t>
            </a:r>
            <a:r>
              <a:rPr u="heavy" spc="-10" dirty="0">
                <a:solidFill>
                  <a:srgbClr val="FFFFFF"/>
                </a:solidFill>
                <a:uFill>
                  <a:solidFill>
                    <a:srgbClr val="2DC295"/>
                  </a:solidFill>
                </a:uFill>
                <a:latin typeface="DM Sans"/>
                <a:cs typeface="DM Sans"/>
              </a:rPr>
              <a:t>Architecture 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127909" y="561158"/>
            <a:ext cx="253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DM Sans"/>
                <a:cs typeface="DM Sans"/>
              </a:rPr>
              <a:t>10</a:t>
            </a:r>
            <a:endParaRPr sz="1800">
              <a:latin typeface="DM Sans"/>
              <a:cs typeface="DM San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873315"/>
            <a:ext cx="7743825" cy="830657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8597900" y="3201796"/>
            <a:ext cx="9704069" cy="55015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010" indent="-194310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207010" algn="l"/>
              </a:tabLst>
            </a:pPr>
            <a:r>
              <a:rPr sz="2000" dirty="0"/>
              <a:t>The</a:t>
            </a:r>
            <a:r>
              <a:rPr sz="2000" spc="-50" dirty="0"/>
              <a:t> </a:t>
            </a:r>
            <a:r>
              <a:rPr sz="2000" dirty="0"/>
              <a:t>Cloud</a:t>
            </a:r>
            <a:r>
              <a:rPr sz="2000" spc="-50" dirty="0"/>
              <a:t> </a:t>
            </a:r>
            <a:r>
              <a:rPr sz="2000" dirty="0"/>
              <a:t>Storage</a:t>
            </a:r>
            <a:r>
              <a:rPr sz="2000" spc="-45" dirty="0"/>
              <a:t> </a:t>
            </a:r>
            <a:r>
              <a:rPr sz="2000" spc="-10" dirty="0"/>
              <a:t>System</a:t>
            </a:r>
            <a:r>
              <a:rPr sz="2000" spc="-50" dirty="0"/>
              <a:t> </a:t>
            </a:r>
            <a:r>
              <a:rPr sz="2000" dirty="0"/>
              <a:t>follows</a:t>
            </a:r>
            <a:r>
              <a:rPr sz="2000" spc="-45" dirty="0"/>
              <a:t> </a:t>
            </a:r>
            <a:r>
              <a:rPr sz="2000" dirty="0"/>
              <a:t>a</a:t>
            </a:r>
            <a:r>
              <a:rPr sz="2000" spc="-50" dirty="0"/>
              <a:t> </a:t>
            </a:r>
            <a:r>
              <a:rPr sz="2000" dirty="0"/>
              <a:t>client-server</a:t>
            </a:r>
            <a:r>
              <a:rPr sz="2000" spc="-50" dirty="0"/>
              <a:t> </a:t>
            </a:r>
            <a:r>
              <a:rPr sz="2000" spc="-10" dirty="0"/>
              <a:t>architecture.</a:t>
            </a:r>
          </a:p>
          <a:p>
            <a:pPr marL="207010" indent="-194310">
              <a:lnSpc>
                <a:spcPct val="100000"/>
              </a:lnSpc>
              <a:buFont typeface="Times New Roman"/>
              <a:buChar char="•"/>
              <a:tabLst>
                <a:tab pos="207010" algn="l"/>
              </a:tabLst>
            </a:pPr>
            <a:r>
              <a:rPr sz="2000" dirty="0"/>
              <a:t>The</a:t>
            </a:r>
            <a:r>
              <a:rPr sz="2000" spc="-25" dirty="0"/>
              <a:t> </a:t>
            </a:r>
            <a:r>
              <a:rPr sz="2000" dirty="0"/>
              <a:t>user</a:t>
            </a:r>
            <a:r>
              <a:rPr sz="2000" spc="-25" dirty="0"/>
              <a:t> </a:t>
            </a:r>
            <a:r>
              <a:rPr sz="2000" dirty="0"/>
              <a:t>accesses</a:t>
            </a:r>
            <a:r>
              <a:rPr sz="2000" spc="-20" dirty="0"/>
              <a:t> </a:t>
            </a:r>
            <a:r>
              <a:rPr sz="2000" dirty="0"/>
              <a:t>the</a:t>
            </a:r>
            <a:r>
              <a:rPr sz="2000" spc="-25" dirty="0"/>
              <a:t> </a:t>
            </a:r>
            <a:r>
              <a:rPr sz="2000" dirty="0"/>
              <a:t>application</a:t>
            </a:r>
            <a:r>
              <a:rPr sz="2000" spc="-20" dirty="0"/>
              <a:t> </a:t>
            </a:r>
            <a:r>
              <a:rPr sz="2000" dirty="0"/>
              <a:t>through</a:t>
            </a:r>
            <a:r>
              <a:rPr sz="2000" spc="-25" dirty="0"/>
              <a:t> </a:t>
            </a:r>
            <a:r>
              <a:rPr sz="2000" dirty="0"/>
              <a:t>a</a:t>
            </a:r>
            <a:r>
              <a:rPr sz="2000" spc="-20" dirty="0"/>
              <a:t> </a:t>
            </a:r>
            <a:r>
              <a:rPr sz="2000" dirty="0"/>
              <a:t>web</a:t>
            </a:r>
            <a:r>
              <a:rPr sz="2000" spc="-25" dirty="0"/>
              <a:t> </a:t>
            </a:r>
            <a:r>
              <a:rPr sz="2000" spc="-10" dirty="0"/>
              <a:t>browser.</a:t>
            </a:r>
          </a:p>
          <a:p>
            <a:pPr marL="207010" indent="-194310">
              <a:lnSpc>
                <a:spcPct val="100000"/>
              </a:lnSpc>
              <a:buFont typeface="Times New Roman"/>
              <a:buChar char="•"/>
              <a:tabLst>
                <a:tab pos="207010" algn="l"/>
              </a:tabLst>
            </a:pPr>
            <a:r>
              <a:rPr sz="2000" dirty="0"/>
              <a:t>The</a:t>
            </a:r>
            <a:r>
              <a:rPr sz="2000" spc="-35" dirty="0"/>
              <a:t> </a:t>
            </a:r>
            <a:r>
              <a:rPr sz="2000" dirty="0"/>
              <a:t>frontend</a:t>
            </a:r>
            <a:r>
              <a:rPr sz="2000" spc="-35" dirty="0"/>
              <a:t> </a:t>
            </a:r>
            <a:r>
              <a:rPr sz="2000" dirty="0"/>
              <a:t>sends</a:t>
            </a:r>
            <a:r>
              <a:rPr sz="2000" spc="-35" dirty="0"/>
              <a:t> </a:t>
            </a:r>
            <a:r>
              <a:rPr sz="2000" dirty="0"/>
              <a:t>the</a:t>
            </a:r>
            <a:r>
              <a:rPr sz="2000" spc="-30" dirty="0"/>
              <a:t> </a:t>
            </a:r>
            <a:r>
              <a:rPr sz="2000" dirty="0"/>
              <a:t>user's</a:t>
            </a:r>
            <a:r>
              <a:rPr sz="2000" spc="-35" dirty="0"/>
              <a:t> </a:t>
            </a:r>
            <a:r>
              <a:rPr sz="2000" spc="-10" dirty="0"/>
              <a:t>requests</a:t>
            </a:r>
            <a:r>
              <a:rPr sz="2000" spc="-35" dirty="0"/>
              <a:t> </a:t>
            </a:r>
            <a:r>
              <a:rPr sz="2000" dirty="0"/>
              <a:t>to</a:t>
            </a:r>
            <a:r>
              <a:rPr sz="2000" spc="-30" dirty="0"/>
              <a:t> </a:t>
            </a:r>
            <a:r>
              <a:rPr sz="2000" dirty="0"/>
              <a:t>the</a:t>
            </a:r>
            <a:r>
              <a:rPr sz="2000" spc="-35" dirty="0"/>
              <a:t> </a:t>
            </a:r>
            <a:r>
              <a:rPr sz="2000" dirty="0"/>
              <a:t>backend</a:t>
            </a:r>
            <a:r>
              <a:rPr sz="2000" spc="-35" dirty="0"/>
              <a:t> </a:t>
            </a:r>
            <a:r>
              <a:rPr sz="2000" spc="-10" dirty="0"/>
              <a:t>server.</a:t>
            </a:r>
          </a:p>
          <a:p>
            <a:pPr marL="207010" marR="5080" indent="-194945">
              <a:lnSpc>
                <a:spcPct val="100000"/>
              </a:lnSpc>
              <a:buFont typeface="Times New Roman"/>
              <a:buChar char="•"/>
              <a:tabLst>
                <a:tab pos="207010" algn="l"/>
              </a:tabLst>
            </a:pPr>
            <a:r>
              <a:rPr sz="2000" dirty="0"/>
              <a:t>The</a:t>
            </a:r>
            <a:r>
              <a:rPr sz="2000" spc="-60" dirty="0"/>
              <a:t> </a:t>
            </a:r>
            <a:r>
              <a:rPr sz="2000" dirty="0"/>
              <a:t>backend</a:t>
            </a:r>
            <a:r>
              <a:rPr sz="2000" spc="-55" dirty="0"/>
              <a:t> </a:t>
            </a:r>
            <a:r>
              <a:rPr sz="2000" dirty="0"/>
              <a:t>verifies</a:t>
            </a:r>
            <a:r>
              <a:rPr sz="2000" spc="-55" dirty="0"/>
              <a:t> </a:t>
            </a:r>
            <a:r>
              <a:rPr sz="2000" dirty="0"/>
              <a:t>the</a:t>
            </a:r>
            <a:r>
              <a:rPr sz="2000" spc="-55" dirty="0"/>
              <a:t> </a:t>
            </a:r>
            <a:r>
              <a:rPr sz="2000" dirty="0"/>
              <a:t>user,</a:t>
            </a:r>
            <a:r>
              <a:rPr sz="2000" spc="-55" dirty="0"/>
              <a:t> </a:t>
            </a:r>
            <a:r>
              <a:rPr sz="2000" dirty="0"/>
              <a:t>processes</a:t>
            </a:r>
            <a:r>
              <a:rPr sz="2000" spc="-55" dirty="0"/>
              <a:t> </a:t>
            </a:r>
            <a:r>
              <a:rPr sz="2000" dirty="0"/>
              <a:t>the</a:t>
            </a:r>
            <a:r>
              <a:rPr sz="2000" spc="-55" dirty="0"/>
              <a:t> </a:t>
            </a:r>
            <a:r>
              <a:rPr sz="2000" dirty="0"/>
              <a:t>request,</a:t>
            </a:r>
            <a:r>
              <a:rPr sz="2000" spc="-55" dirty="0"/>
              <a:t> </a:t>
            </a:r>
            <a:r>
              <a:rPr sz="2000" dirty="0"/>
              <a:t>stores</a:t>
            </a:r>
            <a:r>
              <a:rPr sz="2000" spc="-55" dirty="0"/>
              <a:t> </a:t>
            </a:r>
            <a:r>
              <a:rPr sz="2000" dirty="0"/>
              <a:t>file</a:t>
            </a:r>
            <a:r>
              <a:rPr sz="2000" spc="-55" dirty="0"/>
              <a:t> </a:t>
            </a:r>
            <a:r>
              <a:rPr sz="2000" dirty="0"/>
              <a:t>information</a:t>
            </a:r>
            <a:r>
              <a:rPr sz="2000" spc="-55" dirty="0"/>
              <a:t> </a:t>
            </a:r>
            <a:r>
              <a:rPr sz="2000" dirty="0"/>
              <a:t>in</a:t>
            </a:r>
            <a:r>
              <a:rPr sz="2000" spc="-55" dirty="0"/>
              <a:t> </a:t>
            </a:r>
            <a:r>
              <a:rPr sz="2000" spc="-25" dirty="0"/>
              <a:t>the </a:t>
            </a:r>
            <a:r>
              <a:rPr sz="2000" dirty="0"/>
              <a:t>database,</a:t>
            </a:r>
            <a:r>
              <a:rPr sz="2000" spc="-25" dirty="0"/>
              <a:t> </a:t>
            </a:r>
            <a:r>
              <a:rPr sz="2000" dirty="0"/>
              <a:t>and</a:t>
            </a:r>
            <a:r>
              <a:rPr sz="2000" spc="-20" dirty="0"/>
              <a:t> </a:t>
            </a:r>
            <a:r>
              <a:rPr sz="2000" dirty="0"/>
              <a:t>uploads</a:t>
            </a:r>
            <a:r>
              <a:rPr sz="2000" spc="-20" dirty="0"/>
              <a:t> </a:t>
            </a:r>
            <a:r>
              <a:rPr sz="2000" dirty="0"/>
              <a:t>the</a:t>
            </a:r>
            <a:r>
              <a:rPr sz="2000" spc="-20" dirty="0"/>
              <a:t> </a:t>
            </a:r>
            <a:r>
              <a:rPr sz="2000" dirty="0"/>
              <a:t>actual</a:t>
            </a:r>
            <a:r>
              <a:rPr sz="2000" spc="-25" dirty="0"/>
              <a:t> </a:t>
            </a:r>
            <a:r>
              <a:rPr sz="2000" dirty="0"/>
              <a:t>files</a:t>
            </a:r>
            <a:r>
              <a:rPr sz="2000" spc="-20" dirty="0"/>
              <a:t> </a:t>
            </a:r>
            <a:r>
              <a:rPr sz="2000" dirty="0"/>
              <a:t>to</a:t>
            </a:r>
            <a:r>
              <a:rPr sz="2000" spc="-20" dirty="0"/>
              <a:t> </a:t>
            </a:r>
            <a:r>
              <a:rPr sz="2000" dirty="0"/>
              <a:t>cloud</a:t>
            </a:r>
            <a:r>
              <a:rPr sz="2000" spc="-20" dirty="0"/>
              <a:t> </a:t>
            </a:r>
            <a:r>
              <a:rPr sz="2000" spc="-10" dirty="0"/>
              <a:t>storage.</a:t>
            </a:r>
            <a:r>
              <a:rPr sz="2000" spc="-25" dirty="0"/>
              <a:t> </a:t>
            </a:r>
            <a:r>
              <a:rPr sz="2000" dirty="0"/>
              <a:t>The</a:t>
            </a:r>
            <a:r>
              <a:rPr sz="2000" spc="-20" dirty="0"/>
              <a:t> </a:t>
            </a:r>
            <a:r>
              <a:rPr sz="2000" dirty="0"/>
              <a:t>response</a:t>
            </a:r>
            <a:r>
              <a:rPr sz="2000" spc="-20" dirty="0"/>
              <a:t> </a:t>
            </a:r>
            <a:r>
              <a:rPr sz="2000" dirty="0"/>
              <a:t>is</a:t>
            </a:r>
            <a:r>
              <a:rPr sz="2000" spc="-20" dirty="0"/>
              <a:t> </a:t>
            </a:r>
            <a:r>
              <a:rPr sz="2000" dirty="0"/>
              <a:t>then</a:t>
            </a:r>
            <a:r>
              <a:rPr sz="2000" spc="-25" dirty="0"/>
              <a:t> </a:t>
            </a:r>
            <a:r>
              <a:rPr sz="2000" dirty="0"/>
              <a:t>sent</a:t>
            </a:r>
            <a:r>
              <a:rPr sz="2000" spc="-20" dirty="0"/>
              <a:t> </a:t>
            </a:r>
            <a:r>
              <a:rPr sz="2000" dirty="0"/>
              <a:t>back</a:t>
            </a:r>
            <a:r>
              <a:rPr sz="2000" spc="-20" dirty="0"/>
              <a:t> </a:t>
            </a:r>
            <a:r>
              <a:rPr sz="2000" spc="-25" dirty="0"/>
              <a:t>to </a:t>
            </a:r>
            <a:r>
              <a:rPr sz="2000" dirty="0"/>
              <a:t>the </a:t>
            </a:r>
            <a:r>
              <a:rPr sz="2000" spc="-20" dirty="0"/>
              <a:t>user.</a:t>
            </a: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2000" b="1" spc="-10" dirty="0">
                <a:latin typeface="DM Sans"/>
                <a:cs typeface="DM Sans"/>
              </a:rPr>
              <a:t>Components:</a:t>
            </a:r>
          </a:p>
          <a:p>
            <a:pPr marL="12700" marR="4133850">
              <a:lnSpc>
                <a:spcPct val="100000"/>
              </a:lnSpc>
            </a:pPr>
            <a:r>
              <a:rPr sz="2000" dirty="0"/>
              <a:t>User:</a:t>
            </a:r>
            <a:r>
              <a:rPr sz="2000" spc="-15" dirty="0"/>
              <a:t> </a:t>
            </a:r>
            <a:r>
              <a:rPr sz="2000" dirty="0"/>
              <a:t>Uses</a:t>
            </a:r>
            <a:r>
              <a:rPr sz="2000" spc="-10" dirty="0"/>
              <a:t> </a:t>
            </a:r>
            <a:r>
              <a:rPr sz="2000" dirty="0"/>
              <a:t>the</a:t>
            </a:r>
            <a:r>
              <a:rPr sz="2000" spc="-15" dirty="0"/>
              <a:t> </a:t>
            </a:r>
            <a:r>
              <a:rPr sz="2000" dirty="0"/>
              <a:t>application</a:t>
            </a:r>
            <a:r>
              <a:rPr sz="2000" spc="-10" dirty="0"/>
              <a:t> </a:t>
            </a:r>
            <a:r>
              <a:rPr sz="2000" dirty="0"/>
              <a:t>through</a:t>
            </a:r>
            <a:r>
              <a:rPr sz="2000" spc="-10" dirty="0"/>
              <a:t> </a:t>
            </a:r>
            <a:r>
              <a:rPr sz="2000" dirty="0"/>
              <a:t>a</a:t>
            </a:r>
            <a:r>
              <a:rPr sz="2000" spc="-15" dirty="0"/>
              <a:t> </a:t>
            </a:r>
            <a:r>
              <a:rPr sz="2000" dirty="0"/>
              <a:t>web</a:t>
            </a:r>
            <a:r>
              <a:rPr sz="2000" spc="-10" dirty="0"/>
              <a:t> browser. </a:t>
            </a:r>
            <a:r>
              <a:rPr sz="2000" dirty="0"/>
              <a:t>Frontend:</a:t>
            </a:r>
            <a:r>
              <a:rPr sz="2000" spc="-45" dirty="0"/>
              <a:t> </a:t>
            </a:r>
            <a:r>
              <a:rPr sz="2000" spc="-10" dirty="0"/>
              <a:t>Receives</a:t>
            </a:r>
            <a:r>
              <a:rPr sz="2000" spc="-40" dirty="0"/>
              <a:t> </a:t>
            </a:r>
            <a:r>
              <a:rPr sz="2000" dirty="0"/>
              <a:t>user</a:t>
            </a:r>
            <a:r>
              <a:rPr sz="2000" spc="-40" dirty="0"/>
              <a:t> </a:t>
            </a:r>
            <a:r>
              <a:rPr sz="2000" dirty="0"/>
              <a:t>actions</a:t>
            </a:r>
            <a:r>
              <a:rPr sz="2000" spc="-40" dirty="0"/>
              <a:t> </a:t>
            </a:r>
            <a:r>
              <a:rPr sz="2000" dirty="0"/>
              <a:t>and</a:t>
            </a:r>
            <a:r>
              <a:rPr sz="2000" spc="-40" dirty="0"/>
              <a:t> </a:t>
            </a:r>
            <a:r>
              <a:rPr sz="2000" dirty="0"/>
              <a:t>sends</a:t>
            </a:r>
            <a:r>
              <a:rPr sz="2000" spc="-40" dirty="0"/>
              <a:t> </a:t>
            </a:r>
            <a:r>
              <a:rPr sz="2000" spc="-10" dirty="0"/>
              <a:t>requests.</a:t>
            </a:r>
          </a:p>
          <a:p>
            <a:pPr marL="12700" marR="2735580">
              <a:lnSpc>
                <a:spcPct val="100000"/>
              </a:lnSpc>
            </a:pPr>
            <a:r>
              <a:rPr sz="2000" dirty="0"/>
              <a:t>Backend</a:t>
            </a:r>
            <a:r>
              <a:rPr sz="2000" spc="-50" dirty="0"/>
              <a:t> </a:t>
            </a:r>
            <a:r>
              <a:rPr sz="2000" dirty="0"/>
              <a:t>Server:</a:t>
            </a:r>
            <a:r>
              <a:rPr sz="2000" spc="-50" dirty="0"/>
              <a:t> </a:t>
            </a:r>
            <a:r>
              <a:rPr sz="2000" dirty="0"/>
              <a:t>Processes</a:t>
            </a:r>
            <a:r>
              <a:rPr sz="2000" spc="-45" dirty="0"/>
              <a:t> </a:t>
            </a:r>
            <a:r>
              <a:rPr sz="2000" spc="-10" dirty="0"/>
              <a:t>requests</a:t>
            </a:r>
            <a:r>
              <a:rPr sz="2000" spc="-50" dirty="0"/>
              <a:t> </a:t>
            </a:r>
            <a:r>
              <a:rPr sz="2000" dirty="0"/>
              <a:t>and</a:t>
            </a:r>
            <a:r>
              <a:rPr sz="2000" spc="-45" dirty="0"/>
              <a:t> </a:t>
            </a:r>
            <a:r>
              <a:rPr sz="2000" dirty="0"/>
              <a:t>manages</a:t>
            </a:r>
            <a:r>
              <a:rPr sz="2000" spc="-50" dirty="0"/>
              <a:t> </a:t>
            </a:r>
            <a:r>
              <a:rPr sz="2000" spc="-10" dirty="0"/>
              <a:t>authentication. </a:t>
            </a:r>
            <a:r>
              <a:rPr sz="2000" dirty="0"/>
              <a:t>Database:</a:t>
            </a:r>
            <a:r>
              <a:rPr sz="2000" spc="-40" dirty="0"/>
              <a:t> </a:t>
            </a:r>
            <a:r>
              <a:rPr sz="2000" dirty="0"/>
              <a:t>Stores</a:t>
            </a:r>
            <a:r>
              <a:rPr sz="2000" spc="-40" dirty="0"/>
              <a:t> </a:t>
            </a:r>
            <a:r>
              <a:rPr sz="2000" dirty="0"/>
              <a:t>user</a:t>
            </a:r>
            <a:r>
              <a:rPr sz="2000" spc="-40" dirty="0"/>
              <a:t> </a:t>
            </a:r>
            <a:r>
              <a:rPr sz="2000" dirty="0"/>
              <a:t>details</a:t>
            </a:r>
            <a:r>
              <a:rPr sz="2000" spc="-40" dirty="0"/>
              <a:t> </a:t>
            </a:r>
            <a:r>
              <a:rPr sz="2000" dirty="0"/>
              <a:t>and</a:t>
            </a:r>
            <a:r>
              <a:rPr sz="2000" spc="-35" dirty="0"/>
              <a:t> </a:t>
            </a:r>
            <a:r>
              <a:rPr sz="2000" dirty="0"/>
              <a:t>file</a:t>
            </a:r>
            <a:r>
              <a:rPr sz="2000" spc="-40" dirty="0"/>
              <a:t> </a:t>
            </a:r>
            <a:r>
              <a:rPr sz="2000" spc="-10" dirty="0"/>
              <a:t>metadata.</a:t>
            </a:r>
          </a:p>
          <a:p>
            <a:pPr marL="12700">
              <a:lnSpc>
                <a:spcPct val="100000"/>
              </a:lnSpc>
            </a:pPr>
            <a:r>
              <a:rPr sz="2000" dirty="0"/>
              <a:t>Cloud</a:t>
            </a:r>
            <a:r>
              <a:rPr sz="2000" spc="-50" dirty="0"/>
              <a:t> </a:t>
            </a:r>
            <a:r>
              <a:rPr sz="2000" dirty="0"/>
              <a:t>Storage</a:t>
            </a:r>
            <a:r>
              <a:rPr sz="2000" spc="-45" dirty="0"/>
              <a:t> </a:t>
            </a:r>
            <a:r>
              <a:rPr sz="2000" spc="-55" dirty="0"/>
              <a:t>(AWS</a:t>
            </a:r>
            <a:r>
              <a:rPr sz="2000" spc="-45" dirty="0"/>
              <a:t> </a:t>
            </a:r>
            <a:r>
              <a:rPr sz="2000" dirty="0"/>
              <a:t>S3):</a:t>
            </a:r>
            <a:r>
              <a:rPr sz="2000" spc="-45" dirty="0"/>
              <a:t> </a:t>
            </a:r>
            <a:r>
              <a:rPr sz="2000" dirty="0"/>
              <a:t>Stores</a:t>
            </a:r>
            <a:r>
              <a:rPr sz="2000" spc="-45" dirty="0"/>
              <a:t> </a:t>
            </a:r>
            <a:r>
              <a:rPr sz="2000" dirty="0"/>
              <a:t>uploaded</a:t>
            </a:r>
            <a:r>
              <a:rPr sz="2000" spc="-45" dirty="0"/>
              <a:t> </a:t>
            </a:r>
            <a:r>
              <a:rPr sz="2000" dirty="0"/>
              <a:t>files</a:t>
            </a:r>
            <a:r>
              <a:rPr sz="2000" spc="-45" dirty="0"/>
              <a:t> </a:t>
            </a:r>
            <a:r>
              <a:rPr sz="2000" spc="-10" dirty="0"/>
              <a:t>securely.</a:t>
            </a: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2000" b="1" spc="-10" dirty="0">
                <a:latin typeface="DM Sans"/>
                <a:cs typeface="DM Sans"/>
              </a:rPr>
              <a:t>Flow:</a:t>
            </a:r>
          </a:p>
          <a:p>
            <a:pPr marL="12700">
              <a:lnSpc>
                <a:spcPct val="100000"/>
              </a:lnSpc>
            </a:pPr>
            <a:r>
              <a:rPr sz="2000" dirty="0"/>
              <a:t>User</a:t>
            </a:r>
            <a:r>
              <a:rPr sz="2000" spc="-45" dirty="0"/>
              <a:t> </a:t>
            </a:r>
            <a:r>
              <a:rPr sz="2000" dirty="0"/>
              <a:t>→</a:t>
            </a:r>
            <a:r>
              <a:rPr sz="2000" spc="-35" dirty="0"/>
              <a:t> </a:t>
            </a:r>
            <a:r>
              <a:rPr sz="2000" dirty="0"/>
              <a:t>Frontend</a:t>
            </a:r>
            <a:r>
              <a:rPr sz="2000" spc="-35" dirty="0"/>
              <a:t> </a:t>
            </a:r>
            <a:r>
              <a:rPr sz="2000" dirty="0"/>
              <a:t>→</a:t>
            </a:r>
            <a:r>
              <a:rPr sz="2000" spc="-35" dirty="0"/>
              <a:t> </a:t>
            </a:r>
            <a:r>
              <a:rPr sz="2000" dirty="0"/>
              <a:t>Backend</a:t>
            </a:r>
            <a:r>
              <a:rPr sz="2000" spc="-35" dirty="0"/>
              <a:t> </a:t>
            </a:r>
            <a:r>
              <a:rPr sz="2000" dirty="0"/>
              <a:t>Server</a:t>
            </a:r>
            <a:r>
              <a:rPr sz="2000" spc="-35" dirty="0"/>
              <a:t> </a:t>
            </a:r>
            <a:r>
              <a:rPr sz="2000" dirty="0"/>
              <a:t>→</a:t>
            </a:r>
            <a:r>
              <a:rPr sz="2000" spc="-35" dirty="0"/>
              <a:t> </a:t>
            </a:r>
            <a:r>
              <a:rPr sz="2000" dirty="0"/>
              <a:t>Database</a:t>
            </a:r>
            <a:r>
              <a:rPr sz="2000" spc="-35" dirty="0"/>
              <a:t> </a:t>
            </a:r>
            <a:r>
              <a:rPr sz="2000" dirty="0"/>
              <a:t>+</a:t>
            </a:r>
            <a:r>
              <a:rPr sz="2000" spc="-35" dirty="0"/>
              <a:t> </a:t>
            </a:r>
            <a:r>
              <a:rPr sz="2000" spc="-40" dirty="0"/>
              <a:t>AWS</a:t>
            </a:r>
            <a:r>
              <a:rPr sz="2000" spc="-35" dirty="0"/>
              <a:t> </a:t>
            </a:r>
            <a:r>
              <a:rPr sz="2000" dirty="0"/>
              <a:t>S3</a:t>
            </a:r>
            <a:r>
              <a:rPr sz="2000" spc="-35" dirty="0"/>
              <a:t> </a:t>
            </a:r>
            <a:r>
              <a:rPr sz="2000" dirty="0"/>
              <a:t>→</a:t>
            </a:r>
            <a:r>
              <a:rPr sz="2000" spc="-35" dirty="0"/>
              <a:t> </a:t>
            </a:r>
            <a:r>
              <a:rPr sz="2000" dirty="0"/>
              <a:t>Response</a:t>
            </a:r>
            <a:r>
              <a:rPr sz="2000" spc="-35" dirty="0"/>
              <a:t> </a:t>
            </a:r>
            <a:r>
              <a:rPr sz="2000" dirty="0"/>
              <a:t>to</a:t>
            </a:r>
            <a:r>
              <a:rPr sz="2000" spc="-30" dirty="0"/>
              <a:t> </a:t>
            </a:r>
            <a:r>
              <a:rPr sz="2000" spc="-20" dirty="0"/>
              <a:t>User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902</Words>
  <Application>Microsoft Office PowerPoint</Application>
  <PresentationFormat>Custom</PresentationFormat>
  <Paragraphs>130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DM Sans</vt:lpstr>
      <vt:lpstr>DM Sans Light</vt:lpstr>
      <vt:lpstr>Times New Roman</vt:lpstr>
      <vt:lpstr>Office Theme</vt:lpstr>
      <vt:lpstr>CloudBox: Cloud File Storage System</vt:lpstr>
      <vt:lpstr>Cloud Storage Overview</vt:lpstr>
      <vt:lpstr>Everyday file organization</vt:lpstr>
      <vt:lpstr>Local storage is risky</vt:lpstr>
      <vt:lpstr>System Workﬂow</vt:lpstr>
      <vt:lpstr>Core User Actions</vt:lpstr>
      <vt:lpstr>Core Tech Stack</vt:lpstr>
      <vt:lpstr>Security Approach</vt:lpstr>
      <vt:lpstr>App Folder Layout</vt:lpstr>
      <vt:lpstr>Live Deployment</vt:lpstr>
      <vt:lpstr>Roadmap Highlights</vt:lpstr>
      <vt:lpstr>  System Architecture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himab</dc:creator>
  <cp:lastModifiedBy>himab4848@gmail.com</cp:lastModifiedBy>
  <cp:revision>1</cp:revision>
  <dcterms:created xsi:type="dcterms:W3CDTF">2026-07-14T08:38:20Z</dcterms:created>
  <dcterms:modified xsi:type="dcterms:W3CDTF">2026-07-14T08:41:03Z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v10.0.19912.1</vt:lpwstr>
  </property>
  <property fmtid="{D5CDD505-2E9C-101B-9397-08002B2CF9AE}" pid="3" name="Created">
    <vt:filetime>2026-07-14T00:00:00Z</vt:filetime>
  </property>
  <property fmtid="{D5CDD505-2E9C-101B-9397-08002B2CF9AE}" pid="4" name="CreationClient">
    <vt:lpwstr>outline-to-presentation</vt:lpwstr>
  </property>
  <property fmtid="{D5CDD505-2E9C-101B-9397-08002B2CF9AE}" pid="5" name="Creator">
    <vt:lpwstr>Adobe Express</vt:lpwstr>
  </property>
  <property fmtid="{D5CDD505-2E9C-101B-9397-08002B2CF9AE}" pid="6" name="LastSaved">
    <vt:filetime>2026-07-14T00:00:00Z</vt:filetime>
  </property>
  <property fmtid="{D5CDD505-2E9C-101B-9397-08002B2CF9AE}" pid="7" name="Producer">
    <vt:lpwstr>Adobe Express</vt:lpwstr>
  </property>
</Properties>
</file>